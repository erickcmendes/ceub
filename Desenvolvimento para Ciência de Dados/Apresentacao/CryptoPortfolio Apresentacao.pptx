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8" r:id="rId6"/>
    <p:sldId id="278" r:id="rId7"/>
    <p:sldId id="276" r:id="rId8"/>
    <p:sldId id="272" r:id="rId9"/>
    <p:sldId id="260" r:id="rId10"/>
    <p:sldId id="261" r:id="rId11"/>
    <p:sldId id="277" r:id="rId12"/>
    <p:sldId id="273" r:id="rId13"/>
    <p:sldId id="262" r:id="rId14"/>
    <p:sldId id="274" r:id="rId15"/>
    <p:sldId id="263" r:id="rId16"/>
    <p:sldId id="264" r:id="rId17"/>
    <p:sldId id="275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7E0"/>
    <a:srgbClr val="FDE7F2"/>
    <a:srgbClr val="C8156D"/>
    <a:srgbClr val="7C2FC1"/>
    <a:srgbClr val="5E2D8A"/>
    <a:srgbClr val="2D1B4E"/>
    <a:srgbClr val="3C096C"/>
    <a:srgbClr val="7B2CBF"/>
    <a:srgbClr val="200539"/>
    <a:srgbClr val="C77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697A5-65F4-3C15-B138-9533C3C14044}" v="5" dt="2026-06-11T11:33:29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" userId="131d6192-1f40-4ed1-afc8-c0de4a7993cd" providerId="ADAL" clId="{F4739587-9C17-4712-8F24-2A786F6C6459}"/>
    <pc:docChg chg="undo redo custSel addSld delSld modSld sldOrd">
      <pc:chgData name="Erick" userId="131d6192-1f40-4ed1-afc8-c0de4a7993cd" providerId="ADAL" clId="{F4739587-9C17-4712-8F24-2A786F6C6459}" dt="2026-06-01T12:59:46.745" v="574"/>
      <pc:docMkLst>
        <pc:docMk/>
      </pc:docMkLst>
      <pc:sldChg chg="modSp mod">
        <pc:chgData name="Erick" userId="131d6192-1f40-4ed1-afc8-c0de4a7993cd" providerId="ADAL" clId="{F4739587-9C17-4712-8F24-2A786F6C6459}" dt="2026-06-01T12:20:53.402" v="434" actId="20577"/>
        <pc:sldMkLst>
          <pc:docMk/>
          <pc:sldMk cId="0" sldId="258"/>
        </pc:sldMkLst>
        <pc:spChg chg="mod">
          <ac:chgData name="Erick" userId="131d6192-1f40-4ed1-afc8-c0de4a7993cd" providerId="ADAL" clId="{F4739587-9C17-4712-8F24-2A786F6C6459}" dt="2026-06-01T12:20:53.402" v="434" actId="20577"/>
          <ac:spMkLst>
            <pc:docMk/>
            <pc:sldMk cId="0" sldId="258"/>
            <ac:spMk id="39" creationId="{00000000-0000-0000-0000-000000000000}"/>
          </ac:spMkLst>
        </pc:spChg>
      </pc:sldChg>
      <pc:sldChg chg="addSp delSp modSp del mod modAnim">
        <pc:chgData name="Erick" userId="131d6192-1f40-4ed1-afc8-c0de4a7993cd" providerId="ADAL" clId="{F4739587-9C17-4712-8F24-2A786F6C6459}" dt="2026-06-01T12:22:59.094" v="450" actId="47"/>
        <pc:sldMkLst>
          <pc:docMk/>
          <pc:sldMk cId="0" sldId="259"/>
        </pc:sldMkLst>
        <pc:spChg chg="mod">
          <ac:chgData name="Erick" userId="131d6192-1f40-4ed1-afc8-c0de4a7993cd" providerId="ADAL" clId="{F4739587-9C17-4712-8F24-2A786F6C6459}" dt="2026-06-01T11:40:11.468" v="271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Erick" userId="131d6192-1f40-4ed1-afc8-c0de4a7993cd" providerId="ADAL" clId="{F4739587-9C17-4712-8F24-2A786F6C6459}" dt="2026-06-01T12:11:31.065" v="373" actId="1076"/>
          <ac:spMkLst>
            <pc:docMk/>
            <pc:sldMk cId="0" sldId="259"/>
            <ac:spMk id="11" creationId="{00000000-0000-0000-0000-000000000000}"/>
          </ac:spMkLst>
        </pc:spChg>
        <pc:spChg chg="add del mod">
          <ac:chgData name="Erick" userId="131d6192-1f40-4ed1-afc8-c0de4a7993cd" providerId="ADAL" clId="{F4739587-9C17-4712-8F24-2A786F6C6459}" dt="2026-06-01T12:22:40.899" v="449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Erick" userId="131d6192-1f40-4ed1-afc8-c0de4a7993cd" providerId="ADAL" clId="{F4739587-9C17-4712-8F24-2A786F6C6459}" dt="2026-06-01T12:20:58.455" v="436" actId="20577"/>
          <ac:spMkLst>
            <pc:docMk/>
            <pc:sldMk cId="0" sldId="259"/>
            <ac:spMk id="49" creationId="{00000000-0000-0000-0000-000000000000}"/>
          </ac:spMkLst>
        </pc:spChg>
        <pc:spChg chg="add mod ord">
          <ac:chgData name="Erick" userId="131d6192-1f40-4ed1-afc8-c0de4a7993cd" providerId="ADAL" clId="{F4739587-9C17-4712-8F24-2A786F6C6459}" dt="2026-06-01T11:54:55.602" v="312" actId="1076"/>
          <ac:spMkLst>
            <pc:docMk/>
            <pc:sldMk cId="0" sldId="259"/>
            <ac:spMk id="53" creationId="{540EA50F-420A-4435-855B-C54E0040070F}"/>
          </ac:spMkLst>
        </pc:spChg>
        <pc:spChg chg="add mod">
          <ac:chgData name="Erick" userId="131d6192-1f40-4ed1-afc8-c0de4a7993cd" providerId="ADAL" clId="{F4739587-9C17-4712-8F24-2A786F6C6459}" dt="2026-06-01T11:54:40.765" v="309" actId="571"/>
          <ac:spMkLst>
            <pc:docMk/>
            <pc:sldMk cId="0" sldId="259"/>
            <ac:spMk id="54" creationId="{520257A1-EFAD-4F7C-B16C-2DC3B79BF286}"/>
          </ac:spMkLst>
        </pc:spChg>
        <pc:picChg chg="add del mod">
          <ac:chgData name="Erick" userId="131d6192-1f40-4ed1-afc8-c0de4a7993cd" providerId="ADAL" clId="{F4739587-9C17-4712-8F24-2A786F6C6459}" dt="2026-06-01T11:22:20.624" v="7" actId="478"/>
          <ac:picMkLst>
            <pc:docMk/>
            <pc:sldMk cId="0" sldId="259"/>
            <ac:picMk id="52" creationId="{886B0C14-A663-437D-B9D3-32C48EFD4574}"/>
          </ac:picMkLst>
        </pc:picChg>
      </pc:sldChg>
      <pc:sldChg chg="modSp mod ord">
        <pc:chgData name="Erick" userId="131d6192-1f40-4ed1-afc8-c0de4a7993cd" providerId="ADAL" clId="{F4739587-9C17-4712-8F24-2A786F6C6459}" dt="2026-06-01T12:21:50.768" v="444" actId="20577"/>
        <pc:sldMkLst>
          <pc:docMk/>
          <pc:sldMk cId="0" sldId="260"/>
        </pc:sldMkLst>
        <pc:spChg chg="mod">
          <ac:chgData name="Erick" userId="131d6192-1f40-4ed1-afc8-c0de4a7993cd" providerId="ADAL" clId="{F4739587-9C17-4712-8F24-2A786F6C6459}" dt="2026-06-01T12:21:50.768" v="444" actId="20577"/>
          <ac:spMkLst>
            <pc:docMk/>
            <pc:sldMk cId="0" sldId="260"/>
            <ac:spMk id="28" creationId="{00000000-0000-0000-0000-000000000000}"/>
          </ac:spMkLst>
        </pc:spChg>
      </pc:sldChg>
      <pc:sldChg chg="ord">
        <pc:chgData name="Erick" userId="131d6192-1f40-4ed1-afc8-c0de4a7993cd" providerId="ADAL" clId="{F4739587-9C17-4712-8F24-2A786F6C6459}" dt="2026-06-01T12:18:44.507" v="430"/>
        <pc:sldMkLst>
          <pc:docMk/>
          <pc:sldMk cId="0" sldId="261"/>
        </pc:sldMkLst>
      </pc:sldChg>
      <pc:sldChg chg="ord">
        <pc:chgData name="Erick" userId="131d6192-1f40-4ed1-afc8-c0de4a7993cd" providerId="ADAL" clId="{F4739587-9C17-4712-8F24-2A786F6C6459}" dt="2026-06-01T12:59:32.604" v="571"/>
        <pc:sldMkLst>
          <pc:docMk/>
          <pc:sldMk cId="0" sldId="262"/>
        </pc:sldMkLst>
      </pc:sldChg>
      <pc:sldChg chg="addSp delSp modSp add mod setBg modAnim">
        <pc:chgData name="Erick" userId="131d6192-1f40-4ed1-afc8-c0de4a7993cd" providerId="ADAL" clId="{F4739587-9C17-4712-8F24-2A786F6C6459}" dt="2026-06-01T12:21:46.600" v="442" actId="20577"/>
        <pc:sldMkLst>
          <pc:docMk/>
          <pc:sldMk cId="375763667" sldId="272"/>
        </pc:sldMkLst>
        <pc:spChg chg="mod">
          <ac:chgData name="Erick" userId="131d6192-1f40-4ed1-afc8-c0de4a7993cd" providerId="ADAL" clId="{F4739587-9C17-4712-8F24-2A786F6C6459}" dt="2026-06-01T12:03:12.546" v="367" actId="14100"/>
          <ac:spMkLst>
            <pc:docMk/>
            <pc:sldMk cId="375763667" sldId="272"/>
            <ac:spMk id="16" creationId="{00000000-0000-0000-0000-000000000000}"/>
          </ac:spMkLst>
        </pc:spChg>
        <pc:spChg chg="del mod">
          <ac:chgData name="Erick" userId="131d6192-1f40-4ed1-afc8-c0de4a7993cd" providerId="ADAL" clId="{F4739587-9C17-4712-8F24-2A786F6C6459}" dt="2026-06-01T12:00:25.110" v="339" actId="478"/>
          <ac:spMkLst>
            <pc:docMk/>
            <pc:sldMk cId="375763667" sldId="272"/>
            <ac:spMk id="17" creationId="{00000000-0000-0000-0000-000000000000}"/>
          </ac:spMkLst>
        </pc:spChg>
        <pc:spChg chg="mod">
          <ac:chgData name="Erick" userId="131d6192-1f40-4ed1-afc8-c0de4a7993cd" providerId="ADAL" clId="{F4739587-9C17-4712-8F24-2A786F6C6459}" dt="2026-06-01T12:01:35.435" v="351" actId="1076"/>
          <ac:spMkLst>
            <pc:docMk/>
            <pc:sldMk cId="375763667" sldId="272"/>
            <ac:spMk id="19" creationId="{00000000-0000-0000-0000-000000000000}"/>
          </ac:spMkLst>
        </pc:spChg>
        <pc:spChg chg="mod">
          <ac:chgData name="Erick" userId="131d6192-1f40-4ed1-afc8-c0de4a7993cd" providerId="ADAL" clId="{F4739587-9C17-4712-8F24-2A786F6C6459}" dt="2026-06-01T12:21:46.600" v="442" actId="20577"/>
          <ac:spMkLst>
            <pc:docMk/>
            <pc:sldMk cId="375763667" sldId="272"/>
            <ac:spMk id="49" creationId="{00000000-0000-0000-0000-000000000000}"/>
          </ac:spMkLst>
        </pc:spChg>
        <pc:spChg chg="add del mod">
          <ac:chgData name="Erick" userId="131d6192-1f40-4ed1-afc8-c0de4a7993cd" providerId="ADAL" clId="{F4739587-9C17-4712-8F24-2A786F6C6459}" dt="2026-06-01T11:53:55.474" v="301" actId="478"/>
          <ac:spMkLst>
            <pc:docMk/>
            <pc:sldMk cId="375763667" sldId="272"/>
            <ac:spMk id="53" creationId="{D8540AF6-B405-409C-BDD1-F651F3CC73A8}"/>
          </ac:spMkLst>
        </pc:spChg>
        <pc:spChg chg="add del mod">
          <ac:chgData name="Erick" userId="131d6192-1f40-4ed1-afc8-c0de4a7993cd" providerId="ADAL" clId="{F4739587-9C17-4712-8F24-2A786F6C6459}" dt="2026-06-01T11:53:54.843" v="300" actId="478"/>
          <ac:spMkLst>
            <pc:docMk/>
            <pc:sldMk cId="375763667" sldId="272"/>
            <ac:spMk id="54" creationId="{B1045867-49D6-4872-8C40-0C6DA72E0CA8}"/>
          </ac:spMkLst>
        </pc:spChg>
        <pc:spChg chg="add mod ord">
          <ac:chgData name="Erick" userId="131d6192-1f40-4ed1-afc8-c0de4a7993cd" providerId="ADAL" clId="{F4739587-9C17-4712-8F24-2A786F6C6459}" dt="2026-06-01T12:02:45.260" v="362" actId="1076"/>
          <ac:spMkLst>
            <pc:docMk/>
            <pc:sldMk cId="375763667" sldId="272"/>
            <ac:spMk id="55" creationId="{B9206316-60CA-481B-8CE3-80F4FEF67D13}"/>
          </ac:spMkLst>
        </pc:spChg>
        <pc:spChg chg="add mod">
          <ac:chgData name="Erick" userId="131d6192-1f40-4ed1-afc8-c0de4a7993cd" providerId="ADAL" clId="{F4739587-9C17-4712-8F24-2A786F6C6459}" dt="2026-06-01T12:00:46.328" v="345" actId="20577"/>
          <ac:spMkLst>
            <pc:docMk/>
            <pc:sldMk cId="375763667" sldId="272"/>
            <ac:spMk id="56" creationId="{FAF9F3AF-B16D-48D3-B985-974D7259BC7A}"/>
          </ac:spMkLst>
        </pc:spChg>
        <pc:picChg chg="add del mod">
          <ac:chgData name="Erick" userId="131d6192-1f40-4ed1-afc8-c0de4a7993cd" providerId="ADAL" clId="{F4739587-9C17-4712-8F24-2A786F6C6459}" dt="2026-06-01T11:22:46.524" v="18" actId="22"/>
          <ac:picMkLst>
            <pc:docMk/>
            <pc:sldMk cId="375763667" sldId="272"/>
            <ac:picMk id="52" creationId="{CAF337D4-05EF-46D8-AA2C-8A694E6172F2}"/>
          </ac:picMkLst>
        </pc:picChg>
      </pc:sldChg>
      <pc:sldChg chg="addSp delSp modSp add mod setBg modAnim">
        <pc:chgData name="Erick" userId="131d6192-1f40-4ed1-afc8-c0de4a7993cd" providerId="ADAL" clId="{F4739587-9C17-4712-8F24-2A786F6C6459}" dt="2026-06-01T12:59:46.745" v="574"/>
        <pc:sldMkLst>
          <pc:docMk/>
          <pc:sldMk cId="1852203054" sldId="273"/>
        </pc:sldMkLst>
        <pc:spChg chg="mod">
          <ac:chgData name="Erick" userId="131d6192-1f40-4ed1-afc8-c0de4a7993cd" providerId="ADAL" clId="{F4739587-9C17-4712-8F24-2A786F6C6459}" dt="2026-06-01T12:16:38.178" v="419" actId="1076"/>
          <ac:spMkLst>
            <pc:docMk/>
            <pc:sldMk cId="1852203054" sldId="273"/>
            <ac:spMk id="11" creationId="{00000000-0000-0000-0000-000000000000}"/>
          </ac:spMkLst>
        </pc:spChg>
        <pc:spChg chg="mod">
          <ac:chgData name="Erick" userId="131d6192-1f40-4ed1-afc8-c0de4a7993cd" providerId="ADAL" clId="{F4739587-9C17-4712-8F24-2A786F6C6459}" dt="2026-06-01T12:14:46.531" v="385" actId="1076"/>
          <ac:spMkLst>
            <pc:docMk/>
            <pc:sldMk cId="1852203054" sldId="273"/>
            <ac:spMk id="21" creationId="{00000000-0000-0000-0000-000000000000}"/>
          </ac:spMkLst>
        </pc:spChg>
        <pc:spChg chg="add del mod">
          <ac:chgData name="Erick" userId="131d6192-1f40-4ed1-afc8-c0de4a7993cd" providerId="ADAL" clId="{F4739587-9C17-4712-8F24-2A786F6C6459}" dt="2026-06-01T12:15:14.143" v="400" actId="478"/>
          <ac:spMkLst>
            <pc:docMk/>
            <pc:sldMk cId="1852203054" sldId="273"/>
            <ac:spMk id="22" creationId="{00000000-0000-0000-0000-000000000000}"/>
          </ac:spMkLst>
        </pc:spChg>
        <pc:spChg chg="add del">
          <ac:chgData name="Erick" userId="131d6192-1f40-4ed1-afc8-c0de4a7993cd" providerId="ADAL" clId="{F4739587-9C17-4712-8F24-2A786F6C6459}" dt="2026-06-01T12:16:32.080" v="415" actId="478"/>
          <ac:spMkLst>
            <pc:docMk/>
            <pc:sldMk cId="1852203054" sldId="273"/>
            <ac:spMk id="27" creationId="{00000000-0000-0000-0000-000000000000}"/>
          </ac:spMkLst>
        </pc:spChg>
        <pc:spChg chg="add del">
          <ac:chgData name="Erick" userId="131d6192-1f40-4ed1-afc8-c0de4a7993cd" providerId="ADAL" clId="{F4739587-9C17-4712-8F24-2A786F6C6459}" dt="2026-06-01T12:16:33.647" v="416" actId="478"/>
          <ac:spMkLst>
            <pc:docMk/>
            <pc:sldMk cId="1852203054" sldId="273"/>
            <ac:spMk id="32" creationId="{00000000-0000-0000-0000-000000000000}"/>
          </ac:spMkLst>
        </pc:spChg>
        <pc:spChg chg="add mod ord">
          <ac:chgData name="Erick" userId="131d6192-1f40-4ed1-afc8-c0de4a7993cd" providerId="ADAL" clId="{F4739587-9C17-4712-8F24-2A786F6C6459}" dt="2026-06-01T12:15:06.099" v="397" actId="167"/>
          <ac:spMkLst>
            <pc:docMk/>
            <pc:sldMk cId="1852203054" sldId="273"/>
            <ac:spMk id="51" creationId="{585285E8-CA44-4453-B70B-F52AB3A0B03F}"/>
          </ac:spMkLst>
        </pc:spChg>
        <pc:spChg chg="add mod">
          <ac:chgData name="Erick" userId="131d6192-1f40-4ed1-afc8-c0de4a7993cd" providerId="ADAL" clId="{F4739587-9C17-4712-8F24-2A786F6C6459}" dt="2026-06-01T12:16:26.772" v="412" actId="1076"/>
          <ac:spMkLst>
            <pc:docMk/>
            <pc:sldMk cId="1852203054" sldId="273"/>
            <ac:spMk id="52" creationId="{808CD563-3BD5-4961-9050-6AA76460E12D}"/>
          </ac:spMkLst>
        </pc:spChg>
        <pc:spChg chg="add del mod">
          <ac:chgData name="Erick" userId="131d6192-1f40-4ed1-afc8-c0de4a7993cd" providerId="ADAL" clId="{F4739587-9C17-4712-8F24-2A786F6C6459}" dt="2026-06-01T12:16:29.720" v="414"/>
          <ac:spMkLst>
            <pc:docMk/>
            <pc:sldMk cId="1852203054" sldId="273"/>
            <ac:spMk id="53" creationId="{513DDB58-59F1-4CD0-8F2E-FD5D2A256C75}"/>
          </ac:spMkLst>
        </pc:spChg>
        <pc:spChg chg="add del mod">
          <ac:chgData name="Erick" userId="131d6192-1f40-4ed1-afc8-c0de4a7993cd" providerId="ADAL" clId="{F4739587-9C17-4712-8F24-2A786F6C6459}" dt="2026-06-01T12:16:29.720" v="414"/>
          <ac:spMkLst>
            <pc:docMk/>
            <pc:sldMk cId="1852203054" sldId="273"/>
            <ac:spMk id="54" creationId="{9472A984-1965-48F2-8F84-8E02562529E2}"/>
          </ac:spMkLst>
        </pc:spChg>
        <pc:spChg chg="add del mod">
          <ac:chgData name="Erick" userId="131d6192-1f40-4ed1-afc8-c0de4a7993cd" providerId="ADAL" clId="{F4739587-9C17-4712-8F24-2A786F6C6459}" dt="2026-06-01T12:16:40.027" v="420"/>
          <ac:spMkLst>
            <pc:docMk/>
            <pc:sldMk cId="1852203054" sldId="273"/>
            <ac:spMk id="55" creationId="{52796678-AB58-4552-95C8-733A7D612DE5}"/>
          </ac:spMkLst>
        </pc:spChg>
        <pc:spChg chg="add del mod">
          <ac:chgData name="Erick" userId="131d6192-1f40-4ed1-afc8-c0de4a7993cd" providerId="ADAL" clId="{F4739587-9C17-4712-8F24-2A786F6C6459}" dt="2026-06-01T12:16:40.027" v="420"/>
          <ac:spMkLst>
            <pc:docMk/>
            <pc:sldMk cId="1852203054" sldId="273"/>
            <ac:spMk id="56" creationId="{521CFD76-8EC6-48BD-8B47-79C534ED113D}"/>
          </ac:spMkLst>
        </pc:spChg>
        <pc:spChg chg="add mod ord">
          <ac:chgData name="Erick" userId="131d6192-1f40-4ed1-afc8-c0de4a7993cd" providerId="ADAL" clId="{F4739587-9C17-4712-8F24-2A786F6C6459}" dt="2026-06-01T12:17:52.095" v="424" actId="167"/>
          <ac:spMkLst>
            <pc:docMk/>
            <pc:sldMk cId="1852203054" sldId="273"/>
            <ac:spMk id="57" creationId="{9D7D3C2A-0B6E-4745-A2E3-30B4E96B3E25}"/>
          </ac:spMkLst>
        </pc:spChg>
        <pc:spChg chg="add mod">
          <ac:chgData name="Erick" userId="131d6192-1f40-4ed1-afc8-c0de4a7993cd" providerId="ADAL" clId="{F4739587-9C17-4712-8F24-2A786F6C6459}" dt="2026-06-01T12:59:41.240" v="573" actId="6549"/>
          <ac:spMkLst>
            <pc:docMk/>
            <pc:sldMk cId="1852203054" sldId="273"/>
            <ac:spMk id="58" creationId="{06DF0246-6F61-4558-91BA-16E9F19B3C07}"/>
          </ac:spMkLst>
        </pc:spChg>
      </pc:sldChg>
      <pc:sldChg chg="add setBg">
        <pc:chgData name="Erick" userId="131d6192-1f40-4ed1-afc8-c0de4a7993cd" providerId="ADAL" clId="{F4739587-9C17-4712-8F24-2A786F6C6459}" dt="2026-06-01T11:22:28.906" v="10"/>
        <pc:sldMkLst>
          <pc:docMk/>
          <pc:sldMk cId="896598197" sldId="274"/>
        </pc:sldMkLst>
      </pc:sldChg>
      <pc:sldChg chg="add setBg">
        <pc:chgData name="Erick" userId="131d6192-1f40-4ed1-afc8-c0de4a7993cd" providerId="ADAL" clId="{F4739587-9C17-4712-8F24-2A786F6C6459}" dt="2026-06-01T11:22:29.143" v="11"/>
        <pc:sldMkLst>
          <pc:docMk/>
          <pc:sldMk cId="72732868" sldId="275"/>
        </pc:sldMkLst>
      </pc:sldChg>
      <pc:sldChg chg="new del">
        <pc:chgData name="Erick" userId="131d6192-1f40-4ed1-afc8-c0de4a7993cd" providerId="ADAL" clId="{F4739587-9C17-4712-8F24-2A786F6C6459}" dt="2026-06-01T11:22:47.153" v="19" actId="680"/>
        <pc:sldMkLst>
          <pc:docMk/>
          <pc:sldMk cId="1374414699" sldId="276"/>
        </pc:sldMkLst>
      </pc:sldChg>
      <pc:sldChg chg="addSp delSp modSp new mod setBg">
        <pc:chgData name="Erick" userId="131d6192-1f40-4ed1-afc8-c0de4a7993cd" providerId="ADAL" clId="{F4739587-9C17-4712-8F24-2A786F6C6459}" dt="2026-06-01T11:30:54.718" v="255" actId="207"/>
        <pc:sldMkLst>
          <pc:docMk/>
          <pc:sldMk cId="1551596178" sldId="276"/>
        </pc:sldMkLst>
        <pc:spChg chg="add mod">
          <ac:chgData name="Erick" userId="131d6192-1f40-4ed1-afc8-c0de4a7993cd" providerId="ADAL" clId="{F4739587-9C17-4712-8F24-2A786F6C6459}" dt="2026-06-01T11:30:06.219" v="140" actId="1076"/>
          <ac:spMkLst>
            <pc:docMk/>
            <pc:sldMk cId="1551596178" sldId="276"/>
            <ac:spMk id="4" creationId="{65B86363-8814-4A56-A22C-AA04EB323622}"/>
          </ac:spMkLst>
        </pc:spChg>
        <pc:spChg chg="add del mod">
          <ac:chgData name="Erick" userId="131d6192-1f40-4ed1-afc8-c0de4a7993cd" providerId="ADAL" clId="{F4739587-9C17-4712-8F24-2A786F6C6459}" dt="2026-06-01T11:25:30.433" v="51" actId="478"/>
          <ac:spMkLst>
            <pc:docMk/>
            <pc:sldMk cId="1551596178" sldId="276"/>
            <ac:spMk id="5" creationId="{2F7BAE91-011A-4C11-BF76-F8F958E2B1DE}"/>
          </ac:spMkLst>
        </pc:spChg>
        <pc:spChg chg="add mod ord">
          <ac:chgData name="Erick" userId="131d6192-1f40-4ed1-afc8-c0de4a7993cd" providerId="ADAL" clId="{F4739587-9C17-4712-8F24-2A786F6C6459}" dt="2026-06-01T11:30:54.718" v="255" actId="207"/>
          <ac:spMkLst>
            <pc:docMk/>
            <pc:sldMk cId="1551596178" sldId="276"/>
            <ac:spMk id="6" creationId="{EC6F5660-27D9-49E4-ADDE-D9D4EE3AFD24}"/>
          </ac:spMkLst>
        </pc:spChg>
        <pc:spChg chg="add mod">
          <ac:chgData name="Erick" userId="131d6192-1f40-4ed1-afc8-c0de4a7993cd" providerId="ADAL" clId="{F4739587-9C17-4712-8F24-2A786F6C6459}" dt="2026-06-01T11:30:06.219" v="140" actId="1076"/>
          <ac:spMkLst>
            <pc:docMk/>
            <pc:sldMk cId="1551596178" sldId="276"/>
            <ac:spMk id="7" creationId="{3E25DF6B-7AD7-42DD-8838-F28CC44F8D75}"/>
          </ac:spMkLst>
        </pc:spChg>
        <pc:picChg chg="add del mod">
          <ac:chgData name="Erick" userId="131d6192-1f40-4ed1-afc8-c0de4a7993cd" providerId="ADAL" clId="{F4739587-9C17-4712-8F24-2A786F6C6459}" dt="2026-06-01T11:24:49.882" v="40" actId="478"/>
          <ac:picMkLst>
            <pc:docMk/>
            <pc:sldMk cId="1551596178" sldId="276"/>
            <ac:picMk id="3" creationId="{A6B67398-3A1D-4B62-895D-DAA853CF02C0}"/>
          </ac:picMkLst>
        </pc:picChg>
      </pc:sldChg>
      <pc:sldChg chg="add del setBg">
        <pc:chgData name="Erick" userId="131d6192-1f40-4ed1-afc8-c0de4a7993cd" providerId="ADAL" clId="{F4739587-9C17-4712-8F24-2A786F6C6459}" dt="2026-06-01T11:22:40.584" v="14"/>
        <pc:sldMkLst>
          <pc:docMk/>
          <pc:sldMk cId="67268364" sldId="277"/>
        </pc:sldMkLst>
      </pc:sldChg>
      <pc:sldChg chg="addSp modSp new mod setBg">
        <pc:chgData name="Erick" userId="131d6192-1f40-4ed1-afc8-c0de4a7993cd" providerId="ADAL" clId="{F4739587-9C17-4712-8F24-2A786F6C6459}" dt="2026-06-01T12:57:53.563" v="569" actId="20577"/>
        <pc:sldMkLst>
          <pc:docMk/>
          <pc:sldMk cId="3084232622" sldId="277"/>
        </pc:sldMkLst>
        <pc:spChg chg="add mod">
          <ac:chgData name="Erick" userId="131d6192-1f40-4ed1-afc8-c0de4a7993cd" providerId="ADAL" clId="{F4739587-9C17-4712-8F24-2A786F6C6459}" dt="2026-06-01T12:25:38.105" v="529" actId="20577"/>
          <ac:spMkLst>
            <pc:docMk/>
            <pc:sldMk cId="3084232622" sldId="277"/>
            <ac:spMk id="6" creationId="{C9E5B39E-4183-4580-9BF1-2AAEA2556516}"/>
          </ac:spMkLst>
        </pc:spChg>
        <pc:spChg chg="add mod">
          <ac:chgData name="Erick" userId="131d6192-1f40-4ed1-afc8-c0de4a7993cd" providerId="ADAL" clId="{F4739587-9C17-4712-8F24-2A786F6C6459}" dt="2026-06-01T12:57:53.563" v="569" actId="20577"/>
          <ac:spMkLst>
            <pc:docMk/>
            <pc:sldMk cId="3084232622" sldId="277"/>
            <ac:spMk id="7" creationId="{8985488E-9A7C-4FC2-ABA2-BF1AB1454F77}"/>
          </ac:spMkLst>
        </pc:spChg>
        <pc:picChg chg="add mod">
          <ac:chgData name="Erick" userId="131d6192-1f40-4ed1-afc8-c0de4a7993cd" providerId="ADAL" clId="{F4739587-9C17-4712-8F24-2A786F6C6459}" dt="2026-06-01T11:40:31.140" v="278" actId="1076"/>
          <ac:picMkLst>
            <pc:docMk/>
            <pc:sldMk cId="3084232622" sldId="277"/>
            <ac:picMk id="3" creationId="{DD64E5C0-41C4-407B-83C1-A8D5DCF5BD7E}"/>
          </ac:picMkLst>
        </pc:picChg>
        <pc:picChg chg="add mod">
          <ac:chgData name="Erick" userId="131d6192-1f40-4ed1-afc8-c0de4a7993cd" providerId="ADAL" clId="{F4739587-9C17-4712-8F24-2A786F6C6459}" dt="2026-06-01T11:39:43.373" v="269" actId="1076"/>
          <ac:picMkLst>
            <pc:docMk/>
            <pc:sldMk cId="3084232622" sldId="277"/>
            <ac:picMk id="5" creationId="{3345DD52-1894-49A0-B16F-05322655D1B6}"/>
          </ac:picMkLst>
        </pc:picChg>
      </pc:sldChg>
      <pc:sldChg chg="add setBg modAnim">
        <pc:chgData name="Erick" userId="131d6192-1f40-4ed1-afc8-c0de4a7993cd" providerId="ADAL" clId="{F4739587-9C17-4712-8F24-2A786F6C6459}" dt="2026-06-01T12:23:03.446" v="451"/>
        <pc:sldMkLst>
          <pc:docMk/>
          <pc:sldMk cId="4048522025" sldId="278"/>
        </pc:sldMkLst>
      </pc:sldChg>
    </pc:docChg>
  </pc:docChgLst>
  <pc:docChgLst>
    <pc:chgData name="sophia  silva melo" userId="S::sophia.silva@sempreceub.com::a74a1b46-df29-47d3-b058-b81418feeb62" providerId="AD" clId="Web-{15C697A5-65F4-3C15-B138-9533C3C14044}"/>
    <pc:docChg chg="modSld">
      <pc:chgData name="sophia  silva melo" userId="S::sophia.silva@sempreceub.com::a74a1b46-df29-47d3-b058-b81418feeb62" providerId="AD" clId="Web-{15C697A5-65F4-3C15-B138-9533C3C14044}" dt="2026-06-11T11:33:29.396" v="4"/>
      <pc:docMkLst>
        <pc:docMk/>
      </pc:docMkLst>
      <pc:sldChg chg="addSp modSp">
        <pc:chgData name="sophia  silva melo" userId="S::sophia.silva@sempreceub.com::a74a1b46-df29-47d3-b058-b81418feeb62" providerId="AD" clId="Web-{15C697A5-65F4-3C15-B138-9533C3C14044}" dt="2026-06-11T11:30:35.046" v="3" actId="20577"/>
        <pc:sldMkLst>
          <pc:docMk/>
          <pc:sldMk cId="1852203054" sldId="273"/>
        </pc:sldMkLst>
        <pc:spChg chg="add mod">
          <ac:chgData name="sophia  silva melo" userId="S::sophia.silva@sempreceub.com::a74a1b46-df29-47d3-b058-b81418feeb62" providerId="AD" clId="Web-{15C697A5-65F4-3C15-B138-9533C3C14044}" dt="2026-06-11T11:30:35.046" v="3" actId="20577"/>
          <ac:spMkLst>
            <pc:docMk/>
            <pc:sldMk cId="1852203054" sldId="273"/>
            <ac:spMk id="22" creationId="{ABCD6DC5-A42D-BCFC-7E8D-58EDDBD0FB60}"/>
          </ac:spMkLst>
        </pc:spChg>
      </pc:sldChg>
      <pc:sldChg chg="addSp">
        <pc:chgData name="sophia  silva melo" userId="S::sophia.silva@sempreceub.com::a74a1b46-df29-47d3-b058-b81418feeb62" providerId="AD" clId="Web-{15C697A5-65F4-3C15-B138-9533C3C14044}" dt="2026-06-11T11:33:29.396" v="4"/>
        <pc:sldMkLst>
          <pc:docMk/>
          <pc:sldMk cId="72732868" sldId="275"/>
        </pc:sldMkLst>
        <pc:spChg chg="add">
          <ac:chgData name="sophia  silva melo" userId="S::sophia.silva@sempreceub.com::a74a1b46-df29-47d3-b058-b81418feeb62" providerId="AD" clId="Web-{15C697A5-65F4-3C15-B138-9533C3C14044}" dt="2026-06-11T11:33:29.396" v="4"/>
          <ac:spMkLst>
            <pc:docMk/>
            <pc:sldMk cId="72732868" sldId="275"/>
            <ac:spMk id="51" creationId="{F2F27D42-D1B4-48F4-EDDD-6C96789C54D2}"/>
          </ac:spMkLst>
        </pc:spChg>
      </pc:sldChg>
    </pc:docChg>
  </pc:docChgLst>
  <pc:docChgLst>
    <pc:chgData name="Erick" userId="131d6192-1f40-4ed1-afc8-c0de4a7993cd" providerId="ADAL" clId="{F4FE19C0-9C4D-49BE-BAF6-FE4FB3BD893B}"/>
    <pc:docChg chg="undo custSel delSld modSld">
      <pc:chgData name="Erick" userId="131d6192-1f40-4ed1-afc8-c0de4a7993cd" providerId="ADAL" clId="{F4FE19C0-9C4D-49BE-BAF6-FE4FB3BD893B}" dt="2026-05-28T12:39:31.451" v="540" actId="27918"/>
      <pc:docMkLst>
        <pc:docMk/>
      </pc:docMkLst>
      <pc:sldChg chg="addSp delSp modSp mod">
        <pc:chgData name="Erick" userId="131d6192-1f40-4ed1-afc8-c0de4a7993cd" providerId="ADAL" clId="{F4FE19C0-9C4D-49BE-BAF6-FE4FB3BD893B}" dt="2026-05-28T11:44:55.785" v="527" actId="207"/>
        <pc:sldMkLst>
          <pc:docMk/>
          <pc:sldMk cId="0" sldId="256"/>
        </pc:sldMkLst>
        <pc:spChg chg="mod">
          <ac:chgData name="Erick" userId="131d6192-1f40-4ed1-afc8-c0de4a7993cd" providerId="ADAL" clId="{F4FE19C0-9C4D-49BE-BAF6-FE4FB3BD893B}" dt="2026-05-28T11:33:00.933" v="425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Erick" userId="131d6192-1f40-4ed1-afc8-c0de4a7993cd" providerId="ADAL" clId="{F4FE19C0-9C4D-49BE-BAF6-FE4FB3BD893B}" dt="2026-05-28T11:32:53.996" v="423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Erick" userId="131d6192-1f40-4ed1-afc8-c0de4a7993cd" providerId="ADAL" clId="{F4FE19C0-9C4D-49BE-BAF6-FE4FB3BD893B}" dt="2026-05-28T11:32:53.402" v="42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Erick" userId="131d6192-1f40-4ed1-afc8-c0de4a7993cd" providerId="ADAL" clId="{F4FE19C0-9C4D-49BE-BAF6-FE4FB3BD893B}" dt="2026-05-28T11:17:54.881" v="92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Erick" userId="131d6192-1f40-4ed1-afc8-c0de4a7993cd" providerId="ADAL" clId="{F4FE19C0-9C4D-49BE-BAF6-FE4FB3BD893B}" dt="2026-05-28T11:17:54.412" v="91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0:56.037" v="355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16:47.567" v="79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0:50.943" v="354" actId="69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17:26.334" v="89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3:10.450" v="426" actId="1076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Erick" userId="131d6192-1f40-4ed1-afc8-c0de4a7993cd" providerId="ADAL" clId="{F4FE19C0-9C4D-49BE-BAF6-FE4FB3BD893B}" dt="2026-05-28T11:31:04.022" v="356" actId="478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Erick" userId="131d6192-1f40-4ed1-afc8-c0de4a7993cd" providerId="ADAL" clId="{F4FE19C0-9C4D-49BE-BAF6-FE4FB3BD893B}" dt="2026-05-28T11:31:06.563" v="357" actId="478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Erick" userId="131d6192-1f40-4ed1-afc8-c0de4a7993cd" providerId="ADAL" clId="{F4FE19C0-9C4D-49BE-BAF6-FE4FB3BD893B}" dt="2026-05-28T11:31:07.579" v="358" actId="478"/>
          <ac:spMkLst>
            <pc:docMk/>
            <pc:sldMk cId="0" sldId="256"/>
            <ac:spMk id="15" creationId="{00000000-0000-0000-0000-000000000000}"/>
          </ac:spMkLst>
        </pc:spChg>
        <pc:spChg chg="add mod ord">
          <ac:chgData name="Erick" userId="131d6192-1f40-4ed1-afc8-c0de4a7993cd" providerId="ADAL" clId="{F4FE19C0-9C4D-49BE-BAF6-FE4FB3BD893B}" dt="2026-05-28T11:33:10.450" v="426" actId="1076"/>
          <ac:spMkLst>
            <pc:docMk/>
            <pc:sldMk cId="0" sldId="256"/>
            <ac:spMk id="16" creationId="{C819BB15-669D-4D12-AFB7-BE04201F3383}"/>
          </ac:spMkLst>
        </pc:spChg>
        <pc:picChg chg="add del mod">
          <ac:chgData name="Erick" userId="131d6192-1f40-4ed1-afc8-c0de4a7993cd" providerId="ADAL" clId="{F4FE19C0-9C4D-49BE-BAF6-FE4FB3BD893B}" dt="2026-05-28T11:23:18.620" v="106" actId="478"/>
          <ac:picMkLst>
            <pc:docMk/>
            <pc:sldMk cId="0" sldId="256"/>
            <ac:picMk id="18" creationId="{8E5097E8-95C5-4F04-B84F-834F4EFF4C09}"/>
          </ac:picMkLst>
        </pc:picChg>
        <pc:picChg chg="add del mod">
          <ac:chgData name="Erick" userId="131d6192-1f40-4ed1-afc8-c0de4a7993cd" providerId="ADAL" clId="{F4FE19C0-9C4D-49BE-BAF6-FE4FB3BD893B}" dt="2026-05-28T11:24:50.194" v="110" actId="478"/>
          <ac:picMkLst>
            <pc:docMk/>
            <pc:sldMk cId="0" sldId="256"/>
            <ac:picMk id="20" creationId="{374E5D4A-7292-4B56-AB7D-D50A508C63EB}"/>
          </ac:picMkLst>
        </pc:picChg>
        <pc:picChg chg="add mod">
          <ac:chgData name="Erick" userId="131d6192-1f40-4ed1-afc8-c0de4a7993cd" providerId="ADAL" clId="{F4FE19C0-9C4D-49BE-BAF6-FE4FB3BD893B}" dt="2026-05-28T11:44:55.785" v="527" actId="207"/>
          <ac:picMkLst>
            <pc:docMk/>
            <pc:sldMk cId="0" sldId="256"/>
            <ac:picMk id="22" creationId="{21A6FDFD-1004-4424-89ED-FE6EE2C09DE4}"/>
          </ac:picMkLst>
        </pc:picChg>
        <pc:picChg chg="add del mod">
          <ac:chgData name="Erick" userId="131d6192-1f40-4ed1-afc8-c0de4a7993cd" providerId="ADAL" clId="{F4FE19C0-9C4D-49BE-BAF6-FE4FB3BD893B}" dt="2026-05-28T11:30:14.956" v="347" actId="478"/>
          <ac:picMkLst>
            <pc:docMk/>
            <pc:sldMk cId="0" sldId="256"/>
            <ac:picMk id="24" creationId="{898C1F38-3BE0-422B-8ACF-469C852F09E4}"/>
          </ac:picMkLst>
        </pc:picChg>
        <pc:picChg chg="add mod">
          <ac:chgData name="Erick" userId="131d6192-1f40-4ed1-afc8-c0de4a7993cd" providerId="ADAL" clId="{F4FE19C0-9C4D-49BE-BAF6-FE4FB3BD893B}" dt="2026-05-28T11:30:27.613" v="351" actId="14100"/>
          <ac:picMkLst>
            <pc:docMk/>
            <pc:sldMk cId="0" sldId="256"/>
            <ac:picMk id="26" creationId="{C1BFF035-8D71-4941-866E-31DF384A765C}"/>
          </ac:picMkLst>
        </pc:picChg>
      </pc:sldChg>
      <pc:sldChg chg="modSp del mod">
        <pc:chgData name="Erick" userId="131d6192-1f40-4ed1-afc8-c0de4a7993cd" providerId="ADAL" clId="{F4FE19C0-9C4D-49BE-BAF6-FE4FB3BD893B}" dt="2026-05-28T11:34:40.016" v="430" actId="47"/>
        <pc:sldMkLst>
          <pc:docMk/>
          <pc:sldMk cId="0" sldId="257"/>
        </pc:sldMkLst>
        <pc:spChg chg="mod">
          <ac:chgData name="Erick" userId="131d6192-1f40-4ed1-afc8-c0de4a7993cd" providerId="ADAL" clId="{F4FE19C0-9C4D-49BE-BAF6-FE4FB3BD893B}" dt="2026-05-28T11:34:14.390" v="428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30.109" v="429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14.390" v="428" actId="20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30.109" v="429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14.390" v="428" actId="20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30.109" v="429" actId="20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14.390" v="428" actId="20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30.109" v="429" actId="20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14.390" v="428" actId="20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30.109" v="429" actId="20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14.390" v="428" actId="207"/>
          <ac:spMkLst>
            <pc:docMk/>
            <pc:sldMk cId="0" sldId="257"/>
            <ac:spMk id="37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30.109" v="429" actId="207"/>
          <ac:spMkLst>
            <pc:docMk/>
            <pc:sldMk cId="0" sldId="257"/>
            <ac:spMk id="38" creationId="{00000000-0000-0000-0000-000000000000}"/>
          </ac:spMkLst>
        </pc:spChg>
      </pc:sldChg>
      <pc:sldChg chg="delSp modSp mod">
        <pc:chgData name="Erick" userId="131d6192-1f40-4ed1-afc8-c0de4a7993cd" providerId="ADAL" clId="{F4FE19C0-9C4D-49BE-BAF6-FE4FB3BD893B}" dt="2026-05-28T11:39:33.934" v="480" actId="20577"/>
        <pc:sldMkLst>
          <pc:docMk/>
          <pc:sldMk cId="0" sldId="258"/>
        </pc:sldMkLst>
        <pc:spChg chg="mod">
          <ac:chgData name="Erick" userId="131d6192-1f40-4ed1-afc8-c0de4a7993cd" providerId="ADAL" clId="{F4FE19C0-9C4D-49BE-BAF6-FE4FB3BD893B}" dt="2026-05-28T11:38:21.365" v="472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4:53.485" v="449" actId="5793"/>
          <ac:spMkLst>
            <pc:docMk/>
            <pc:sldMk cId="0" sldId="258"/>
            <ac:spMk id="9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5:02.220" v="450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9:20.574" v="477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9:33.934" v="480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5:19.595" v="454" actId="20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5:26.361" v="456" actId="20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6:48.607" v="462" actId="20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7:08.608" v="463" actId="20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7:08.608" v="463" actId="20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7:08.608" v="463" actId="20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7:50.473" v="469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7:16.983" v="464" actId="692"/>
          <ac:spMkLst>
            <pc:docMk/>
            <pc:sldMk cId="0" sldId="258"/>
            <ac:spMk id="33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37:08.608" v="463" actId="207"/>
          <ac:spMkLst>
            <pc:docMk/>
            <pc:sldMk cId="0" sldId="258"/>
            <ac:spMk id="36" creationId="{00000000-0000-0000-0000-000000000000}"/>
          </ac:spMkLst>
        </pc:spChg>
        <pc:spChg chg="del">
          <ac:chgData name="Erick" userId="131d6192-1f40-4ed1-afc8-c0de4a7993cd" providerId="ADAL" clId="{F4FE19C0-9C4D-49BE-BAF6-FE4FB3BD893B}" dt="2026-05-28T11:37:57.426" v="470" actId="478"/>
          <ac:spMkLst>
            <pc:docMk/>
            <pc:sldMk cId="0" sldId="258"/>
            <ac:spMk id="37" creationId="{00000000-0000-0000-0000-000000000000}"/>
          </ac:spMkLst>
        </pc:spChg>
      </pc:sldChg>
      <pc:sldChg chg="addSp modSp mod">
        <pc:chgData name="Erick" userId="131d6192-1f40-4ed1-afc8-c0de4a7993cd" providerId="ADAL" clId="{F4FE19C0-9C4D-49BE-BAF6-FE4FB3BD893B}" dt="2026-05-28T11:51:00.593" v="531" actId="14100"/>
        <pc:sldMkLst>
          <pc:docMk/>
          <pc:sldMk cId="0" sldId="259"/>
        </pc:sldMkLst>
        <pc:spChg chg="mod">
          <ac:chgData name="Erick" userId="131d6192-1f40-4ed1-afc8-c0de4a7993cd" providerId="ADAL" clId="{F4FE19C0-9C4D-49BE-BAF6-FE4FB3BD893B}" dt="2026-05-28T11:40:28.508" v="493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7:32.939" v="52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1:29.183" v="500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1:29.183" v="500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1:29.183" v="500" actId="20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1:29.183" v="500" actId="20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0:06.851" v="481" actId="20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51:00.593" v="531" actId="14100"/>
          <ac:spMkLst>
            <pc:docMk/>
            <pc:sldMk cId="0" sldId="259"/>
            <ac:spMk id="35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43:47.708" v="526" actId="20577"/>
          <ac:spMkLst>
            <pc:docMk/>
            <pc:sldMk cId="0" sldId="259"/>
            <ac:spMk id="47" creationId="{00000000-0000-0000-0000-000000000000}"/>
          </ac:spMkLst>
        </pc:spChg>
        <pc:spChg chg="add mod">
          <ac:chgData name="Erick" userId="131d6192-1f40-4ed1-afc8-c0de4a7993cd" providerId="ADAL" clId="{F4FE19C0-9C4D-49BE-BAF6-FE4FB3BD893B}" dt="2026-05-28T11:41:05.104" v="499" actId="14100"/>
          <ac:spMkLst>
            <pc:docMk/>
            <pc:sldMk cId="0" sldId="259"/>
            <ac:spMk id="50" creationId="{24C5B87E-4709-4D07-B1B4-FDB9FD495D12}"/>
          </ac:spMkLst>
        </pc:spChg>
      </pc:sldChg>
      <pc:sldChg chg="mod">
        <pc:chgData name="Erick" userId="131d6192-1f40-4ed1-afc8-c0de4a7993cd" providerId="ADAL" clId="{F4FE19C0-9C4D-49BE-BAF6-FE4FB3BD893B}" dt="2026-05-28T12:35:24.340" v="533" actId="27918"/>
        <pc:sldMkLst>
          <pc:docMk/>
          <pc:sldMk cId="0" sldId="260"/>
        </pc:sldMkLst>
      </pc:sldChg>
      <pc:sldChg chg="modSp mod">
        <pc:chgData name="Erick" userId="131d6192-1f40-4ed1-afc8-c0de4a7993cd" providerId="ADAL" clId="{F4FE19C0-9C4D-49BE-BAF6-FE4FB3BD893B}" dt="2026-05-28T12:39:31.451" v="540" actId="27918"/>
        <pc:sldMkLst>
          <pc:docMk/>
          <pc:sldMk cId="0" sldId="261"/>
        </pc:sldMkLst>
        <pc:spChg chg="mod">
          <ac:chgData name="Erick" userId="131d6192-1f40-4ed1-afc8-c0de4a7993cd" providerId="ADAL" clId="{F4FE19C0-9C4D-49BE-BAF6-FE4FB3BD893B}" dt="2026-05-28T12:37:58.960" v="534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2:38:10.774" v="535" actId="20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2:38:10.774" v="535" actId="207"/>
          <ac:spMkLst>
            <pc:docMk/>
            <pc:sldMk cId="0" sldId="261"/>
            <ac:spMk id="16" creationId="{00000000-0000-0000-0000-000000000000}"/>
          </ac:spMkLst>
        </pc:spChg>
        <pc:graphicFrameChg chg="mod">
          <ac:chgData name="Erick" userId="131d6192-1f40-4ed1-afc8-c0de4a7993cd" providerId="ADAL" clId="{F4FE19C0-9C4D-49BE-BAF6-FE4FB3BD893B}" dt="2026-05-28T12:38:43.588" v="538" actId="692"/>
          <ac:graphicFrameMkLst>
            <pc:docMk/>
            <pc:sldMk cId="0" sldId="261"/>
            <ac:graphicFrameMk id="11" creationId="{00000000-0000-0000-0000-000000000000}"/>
          </ac:graphicFrameMkLst>
        </pc:graphicFrameChg>
      </pc:sldChg>
      <pc:sldChg chg="delSp modSp mod">
        <pc:chgData name="Erick" userId="131d6192-1f40-4ed1-afc8-c0de4a7993cd" providerId="ADAL" clId="{F4FE19C0-9C4D-49BE-BAF6-FE4FB3BD893B}" dt="2026-05-28T11:15:15.911" v="72" actId="478"/>
        <pc:sldMkLst>
          <pc:docMk/>
          <pc:sldMk cId="0" sldId="271"/>
        </pc:sldMkLst>
        <pc:spChg chg="mod">
          <ac:chgData name="Erick" userId="131d6192-1f40-4ed1-afc8-c0de4a7993cd" providerId="ADAL" clId="{F4FE19C0-9C4D-49BE-BAF6-FE4FB3BD893B}" dt="2026-05-28T11:15:06.880" v="71" actId="1076"/>
          <ac:spMkLst>
            <pc:docMk/>
            <pc:sldMk cId="0" sldId="271"/>
            <ac:spMk id="4" creationId="{00000000-0000-0000-0000-000000000000}"/>
          </ac:spMkLst>
        </pc:spChg>
        <pc:spChg chg="del">
          <ac:chgData name="Erick" userId="131d6192-1f40-4ed1-afc8-c0de4a7993cd" providerId="ADAL" clId="{F4FE19C0-9C4D-49BE-BAF6-FE4FB3BD893B}" dt="2026-05-28T11:15:15.911" v="72" actId="478"/>
          <ac:spMkLst>
            <pc:docMk/>
            <pc:sldMk cId="0" sldId="271"/>
            <ac:spMk id="6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14:20.911" v="65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Erick" userId="131d6192-1f40-4ed1-afc8-c0de4a7993cd" providerId="ADAL" clId="{F4FE19C0-9C4D-49BE-BAF6-FE4FB3BD893B}" dt="2026-05-28T11:14:58.052" v="70" actId="20577"/>
          <ac:spMkLst>
            <pc:docMk/>
            <pc:sldMk cId="0" sldId="271"/>
            <ac:spMk id="11" creationId="{00000000-0000-0000-0000-000000000000}"/>
          </ac:spMkLst>
        </pc:spChg>
      </pc:sldChg>
    </pc:docChg>
  </pc:docChgLst>
  <pc:docChgLst>
    <pc:chgData name="Erick" userId="131d6192-1f40-4ed1-afc8-c0de4a7993cd" providerId="ADAL" clId="{8342AA14-A950-4D2A-BE47-CAE7B51A1D79}"/>
    <pc:docChg chg="undo custSel addSld delSld modSld sldOrd">
      <pc:chgData name="Erick" userId="131d6192-1f40-4ed1-afc8-c0de4a7993cd" providerId="ADAL" clId="{8342AA14-A950-4D2A-BE47-CAE7B51A1D79}" dt="2026-06-03T12:10:18.895" v="208" actId="1076"/>
      <pc:docMkLst>
        <pc:docMk/>
      </pc:docMkLst>
      <pc:sldChg chg="addSp delSp modSp mod modTransition">
        <pc:chgData name="Erick" userId="131d6192-1f40-4ed1-afc8-c0de4a7993cd" providerId="ADAL" clId="{8342AA14-A950-4D2A-BE47-CAE7B51A1D79}" dt="2026-06-03T12:00:18.900" v="145" actId="20577"/>
        <pc:sldMkLst>
          <pc:docMk/>
          <pc:sldMk cId="0" sldId="258"/>
        </pc:sldMkLst>
        <pc:spChg chg="mod">
          <ac:chgData name="Erick" userId="131d6192-1f40-4ed1-afc8-c0de4a7993cd" providerId="ADAL" clId="{8342AA14-A950-4D2A-BE47-CAE7B51A1D79}" dt="2026-06-03T12:00:18.900" v="145" actId="20577"/>
          <ac:spMkLst>
            <pc:docMk/>
            <pc:sldMk cId="0" sldId="258"/>
            <ac:spMk id="8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31:57.483" v="12" actId="478"/>
          <ac:spMkLst>
            <pc:docMk/>
            <pc:sldMk cId="0" sldId="258"/>
            <ac:spMk id="39" creationId="{00000000-0000-0000-0000-000000000000}"/>
          </ac:spMkLst>
        </pc:spChg>
        <pc:picChg chg="add mod">
          <ac:chgData name="Erick" userId="131d6192-1f40-4ed1-afc8-c0de4a7993cd" providerId="ADAL" clId="{8342AA14-A950-4D2A-BE47-CAE7B51A1D79}" dt="2026-06-03T11:28:15.896" v="5" actId="1076"/>
          <ac:picMkLst>
            <pc:docMk/>
            <pc:sldMk cId="0" sldId="258"/>
            <ac:picMk id="40" creationId="{ACDC9ED9-9835-419B-BD84-691793CF13CE}"/>
          </ac:picMkLst>
        </pc:picChg>
      </pc:sldChg>
      <pc:sldChg chg="delSp modSp mod">
        <pc:chgData name="Erick" userId="131d6192-1f40-4ed1-afc8-c0de4a7993cd" providerId="ADAL" clId="{8342AA14-A950-4D2A-BE47-CAE7B51A1D79}" dt="2026-06-03T12:00:42.402" v="159" actId="20577"/>
        <pc:sldMkLst>
          <pc:docMk/>
          <pc:sldMk cId="0" sldId="260"/>
        </pc:sldMkLst>
        <pc:spChg chg="mod">
          <ac:chgData name="Erick" userId="131d6192-1f40-4ed1-afc8-c0de4a7993cd" providerId="ADAL" clId="{8342AA14-A950-4D2A-BE47-CAE7B51A1D79}" dt="2026-06-03T12:00:42.402" v="159" actId="20577"/>
          <ac:spMkLst>
            <pc:docMk/>
            <pc:sldMk cId="0" sldId="260"/>
            <ac:spMk id="8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32:07.098" v="16" actId="478"/>
          <ac:spMkLst>
            <pc:docMk/>
            <pc:sldMk cId="0" sldId="260"/>
            <ac:spMk id="28" creationId="{00000000-0000-0000-0000-000000000000}"/>
          </ac:spMkLst>
        </pc:spChg>
      </pc:sldChg>
      <pc:sldChg chg="delSp modSp mod">
        <pc:chgData name="Erick" userId="131d6192-1f40-4ed1-afc8-c0de4a7993cd" providerId="ADAL" clId="{8342AA14-A950-4D2A-BE47-CAE7B51A1D79}" dt="2026-06-03T12:00:58.273" v="161" actId="20577"/>
        <pc:sldMkLst>
          <pc:docMk/>
          <pc:sldMk cId="0" sldId="261"/>
        </pc:sldMkLst>
        <pc:spChg chg="mod">
          <ac:chgData name="Erick" userId="131d6192-1f40-4ed1-afc8-c0de4a7993cd" providerId="ADAL" clId="{8342AA14-A950-4D2A-BE47-CAE7B51A1D79}" dt="2026-06-03T12:00:58.273" v="161" actId="20577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Erick" userId="131d6192-1f40-4ed1-afc8-c0de4a7993cd" providerId="ADAL" clId="{8342AA14-A950-4D2A-BE47-CAE7B51A1D79}" dt="2026-06-03T11:31:53.610" v="11" actId="478"/>
          <ac:spMkLst>
            <pc:docMk/>
            <pc:sldMk cId="0" sldId="261"/>
            <ac:spMk id="24" creationId="{00000000-0000-0000-0000-000000000000}"/>
          </ac:spMkLst>
        </pc:spChg>
      </pc:sldChg>
      <pc:sldChg chg="delSp modSp mod">
        <pc:chgData name="Erick" userId="131d6192-1f40-4ed1-afc8-c0de4a7993cd" providerId="ADAL" clId="{8342AA14-A950-4D2A-BE47-CAE7B51A1D79}" dt="2026-06-03T11:59:40.727" v="135" actId="207"/>
        <pc:sldMkLst>
          <pc:docMk/>
          <pc:sldMk cId="0" sldId="262"/>
        </pc:sldMkLst>
        <pc:spChg chg="mod">
          <ac:chgData name="Erick" userId="131d6192-1f40-4ed1-afc8-c0de4a7993cd" providerId="ADAL" clId="{8342AA14-A950-4D2A-BE47-CAE7B51A1D79}" dt="2026-06-03T11:59:40.727" v="135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9:40.727" v="135" actId="20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9:40.727" v="135" actId="20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9:40.727" v="135" actId="20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8:23.141" v="63" actId="207"/>
          <ac:spMkLst>
            <pc:docMk/>
            <pc:sldMk cId="0" sldId="262"/>
            <ac:spMk id="27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6:07.087" v="107" actId="478"/>
          <ac:spMkLst>
            <pc:docMk/>
            <pc:sldMk cId="0" sldId="262"/>
            <ac:spMk id="32" creationId="{00000000-0000-0000-0000-000000000000}"/>
          </ac:spMkLst>
        </pc:spChg>
      </pc:sldChg>
      <pc:sldChg chg="addSp delSp modSp mod ord">
        <pc:chgData name="Erick" userId="131d6192-1f40-4ed1-afc8-c0de4a7993cd" providerId="ADAL" clId="{8342AA14-A950-4D2A-BE47-CAE7B51A1D79}" dt="2026-06-03T11:55:59.658" v="105" actId="478"/>
        <pc:sldMkLst>
          <pc:docMk/>
          <pc:sldMk cId="0" sldId="263"/>
        </pc:sldMkLst>
        <pc:spChg chg="mod">
          <ac:chgData name="Erick" userId="131d6192-1f40-4ed1-afc8-c0de4a7993cd" providerId="ADAL" clId="{8342AA14-A950-4D2A-BE47-CAE7B51A1D79}" dt="2026-06-03T11:47:35.670" v="59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26.827" v="69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39.061" v="71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35.556" v="70" actId="20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0:04.408" v="90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8:42.951" v="64" actId="692"/>
          <ac:spMkLst>
            <pc:docMk/>
            <pc:sldMk cId="0" sldId="263"/>
            <ac:spMk id="2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8:42.951" v="64" actId="692"/>
          <ac:spMkLst>
            <pc:docMk/>
            <pc:sldMk cId="0" sldId="263"/>
            <ac:spMk id="2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8:54.989" v="65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7:44.099" v="60" actId="1076"/>
          <ac:spMkLst>
            <pc:docMk/>
            <pc:sldMk cId="0" sldId="263"/>
            <ac:spMk id="28" creationId="{00000000-0000-0000-0000-000000000000}"/>
          </ac:spMkLst>
        </pc:spChg>
        <pc:spChg chg="add del">
          <ac:chgData name="Erick" userId="131d6192-1f40-4ed1-afc8-c0de4a7993cd" providerId="ADAL" clId="{8342AA14-A950-4D2A-BE47-CAE7B51A1D79}" dt="2026-06-03T11:55:58.580" v="104" actId="478"/>
          <ac:spMkLst>
            <pc:docMk/>
            <pc:sldMk cId="0" sldId="263"/>
            <ac:spMk id="2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01.731" v="66" actId="20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01.731" v="66" actId="207"/>
          <ac:spMkLst>
            <pc:docMk/>
            <pc:sldMk cId="0" sldId="263"/>
            <ac:spMk id="3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01.731" v="66" actId="20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01.731" v="66" actId="207"/>
          <ac:spMkLst>
            <pc:docMk/>
            <pc:sldMk cId="0" sldId="263"/>
            <ac:spMk id="40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5:59.658" v="105" actId="478"/>
          <ac:spMkLst>
            <pc:docMk/>
            <pc:sldMk cId="0" sldId="263"/>
            <ac:spMk id="44" creationId="{00000000-0000-0000-0000-000000000000}"/>
          </ac:spMkLst>
        </pc:spChg>
      </pc:sldChg>
      <pc:sldChg chg="delSp modSp mod ord">
        <pc:chgData name="Erick" userId="131d6192-1f40-4ed1-afc8-c0de4a7993cd" providerId="ADAL" clId="{8342AA14-A950-4D2A-BE47-CAE7B51A1D79}" dt="2026-06-03T11:55:52.107" v="101" actId="478"/>
        <pc:sldMkLst>
          <pc:docMk/>
          <pc:sldMk cId="0" sldId="264"/>
        </pc:sldMkLst>
        <pc:spChg chg="mod">
          <ac:chgData name="Erick" userId="131d6192-1f40-4ed1-afc8-c0de4a7993cd" providerId="ADAL" clId="{8342AA14-A950-4D2A-BE47-CAE7B51A1D79}" dt="2026-06-03T11:49:17.712" v="68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49:13.530" v="67" actId="207"/>
          <ac:spMkLst>
            <pc:docMk/>
            <pc:sldMk cId="0" sldId="264"/>
            <ac:spMk id="22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5:52.107" v="101" actId="478"/>
          <ac:spMkLst>
            <pc:docMk/>
            <pc:sldMk cId="0" sldId="264"/>
            <ac:spMk id="30" creationId="{00000000-0000-0000-0000-000000000000}"/>
          </ac:spMkLst>
        </pc:spChg>
      </pc:sldChg>
      <pc:sldChg chg="addSp delSp modSp mod">
        <pc:chgData name="Erick" userId="131d6192-1f40-4ed1-afc8-c0de4a7993cd" providerId="ADAL" clId="{8342AA14-A950-4D2A-BE47-CAE7B51A1D79}" dt="2026-06-03T11:55:46.392" v="99" actId="478"/>
        <pc:sldMkLst>
          <pc:docMk/>
          <pc:sldMk cId="0" sldId="265"/>
        </pc:sldMkLst>
        <pc:spChg chg="add del">
          <ac:chgData name="Erick" userId="131d6192-1f40-4ed1-afc8-c0de4a7993cd" providerId="ADAL" clId="{8342AA14-A950-4D2A-BE47-CAE7B51A1D79}" dt="2026-06-03T11:55:44.582" v="98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1:36.818" v="91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1:44.738" v="92" actId="20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1:36.818" v="91" actId="20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1:44.738" v="92" actId="20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1:36.818" v="91" actId="207"/>
          <ac:spMkLst>
            <pc:docMk/>
            <pc:sldMk cId="0" sldId="265"/>
            <ac:spMk id="3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1:44.738" v="92" actId="207"/>
          <ac:spMkLst>
            <pc:docMk/>
            <pc:sldMk cId="0" sldId="265"/>
            <ac:spMk id="35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5:46.392" v="99" actId="478"/>
          <ac:spMkLst>
            <pc:docMk/>
            <pc:sldMk cId="0" sldId="265"/>
            <ac:spMk id="42" creationId="{00000000-0000-0000-0000-000000000000}"/>
          </ac:spMkLst>
        </pc:spChg>
      </pc:sldChg>
      <pc:sldChg chg="delSp modSp mod">
        <pc:chgData name="Erick" userId="131d6192-1f40-4ed1-afc8-c0de4a7993cd" providerId="ADAL" clId="{8342AA14-A950-4D2A-BE47-CAE7B51A1D79}" dt="2026-06-03T11:55:39.666" v="96" actId="478"/>
        <pc:sldMkLst>
          <pc:docMk/>
          <pc:sldMk cId="0" sldId="266"/>
        </pc:sldMkLst>
        <pc:spChg chg="mod">
          <ac:chgData name="Erick" userId="131d6192-1f40-4ed1-afc8-c0de4a7993cd" providerId="ADAL" clId="{8342AA14-A950-4D2A-BE47-CAE7B51A1D79}" dt="2026-06-03T11:55:23.177" v="95" actId="20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4:44.490" v="93" actId="20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5:23.177" v="95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5:16.106" v="94" actId="692"/>
          <ac:spMkLst>
            <pc:docMk/>
            <pc:sldMk cId="0" sldId="266"/>
            <ac:spMk id="18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5:23.177" v="95" actId="207"/>
          <ac:spMkLst>
            <pc:docMk/>
            <pc:sldMk cId="0" sldId="266"/>
            <ac:spMk id="19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5:39.666" v="96" actId="478"/>
          <ac:spMkLst>
            <pc:docMk/>
            <pc:sldMk cId="0" sldId="266"/>
            <ac:spMk id="22" creationId="{00000000-0000-0000-0000-000000000000}"/>
          </ac:spMkLst>
        </pc:spChg>
      </pc:sldChg>
      <pc:sldChg chg="delSp modSp mod">
        <pc:chgData name="Erick" userId="131d6192-1f40-4ed1-afc8-c0de4a7993cd" providerId="ADAL" clId="{8342AA14-A950-4D2A-BE47-CAE7B51A1D79}" dt="2026-06-03T12:05:25.600" v="176" actId="478"/>
        <pc:sldMkLst>
          <pc:docMk/>
          <pc:sldMk cId="0" sldId="267"/>
        </pc:sldMkLst>
        <pc:spChg chg="mod">
          <ac:chgData name="Erick" userId="131d6192-1f40-4ed1-afc8-c0de4a7993cd" providerId="ADAL" clId="{8342AA14-A950-4D2A-BE47-CAE7B51A1D79}" dt="2026-06-03T12:02:24.048" v="173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1:54.368" v="172" actId="207"/>
          <ac:spMkLst>
            <pc:docMk/>
            <pc:sldMk cId="0" sldId="267"/>
            <ac:spMk id="16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2:05:25.600" v="176" actId="478"/>
          <ac:spMkLst>
            <pc:docMk/>
            <pc:sldMk cId="0" sldId="267"/>
            <ac:spMk id="24" creationId="{00000000-0000-0000-0000-000000000000}"/>
          </ac:spMkLst>
        </pc:spChg>
      </pc:sldChg>
      <pc:sldChg chg="delSp modSp mod">
        <pc:chgData name="Erick" userId="131d6192-1f40-4ed1-afc8-c0de4a7993cd" providerId="ADAL" clId="{8342AA14-A950-4D2A-BE47-CAE7B51A1D79}" dt="2026-06-03T12:05:28.266" v="177" actId="478"/>
        <pc:sldMkLst>
          <pc:docMk/>
          <pc:sldMk cId="0" sldId="268"/>
        </pc:sldMkLst>
        <pc:spChg chg="mod">
          <ac:chgData name="Erick" userId="131d6192-1f40-4ed1-afc8-c0de4a7993cd" providerId="ADAL" clId="{8342AA14-A950-4D2A-BE47-CAE7B51A1D79}" dt="2026-06-03T12:03:23.899" v="174" actId="207"/>
          <ac:spMkLst>
            <pc:docMk/>
            <pc:sldMk cId="0" sldId="268"/>
            <ac:spMk id="2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3:33.620" v="175" actId="207"/>
          <ac:spMkLst>
            <pc:docMk/>
            <pc:sldMk cId="0" sldId="268"/>
            <ac:spMk id="2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3:33.620" v="175" actId="207"/>
          <ac:spMkLst>
            <pc:docMk/>
            <pc:sldMk cId="0" sldId="268"/>
            <ac:spMk id="3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3:33.620" v="175" actId="207"/>
          <ac:spMkLst>
            <pc:docMk/>
            <pc:sldMk cId="0" sldId="268"/>
            <ac:spMk id="37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3:33.620" v="175" actId="207"/>
          <ac:spMkLst>
            <pc:docMk/>
            <pc:sldMk cId="0" sldId="268"/>
            <ac:spMk id="41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2:05:28.266" v="177" actId="478"/>
          <ac:spMkLst>
            <pc:docMk/>
            <pc:sldMk cId="0" sldId="268"/>
            <ac:spMk id="45" creationId="{00000000-0000-0000-0000-000000000000}"/>
          </ac:spMkLst>
        </pc:spChg>
      </pc:sldChg>
      <pc:sldChg chg="addSp delSp modSp mod">
        <pc:chgData name="Erick" userId="131d6192-1f40-4ed1-afc8-c0de4a7993cd" providerId="ADAL" clId="{8342AA14-A950-4D2A-BE47-CAE7B51A1D79}" dt="2026-06-03T12:10:07.139" v="201" actId="21"/>
        <pc:sldMkLst>
          <pc:docMk/>
          <pc:sldMk cId="0" sldId="269"/>
        </pc:sldMkLst>
        <pc:spChg chg="del">
          <ac:chgData name="Erick" userId="131d6192-1f40-4ed1-afc8-c0de4a7993cd" providerId="ADAL" clId="{8342AA14-A950-4D2A-BE47-CAE7B51A1D79}" dt="2026-06-03T12:06:21.283" v="183" actId="478"/>
          <ac:spMkLst>
            <pc:docMk/>
            <pc:sldMk cId="0" sldId="269"/>
            <ac:spMk id="11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44.502" v="191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51.123" v="193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2:06:34.093" v="184" actId="1076"/>
          <ac:spMkLst>
            <pc:docMk/>
            <pc:sldMk cId="0" sldId="269"/>
            <ac:spMk id="27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2:05:30.722" v="178" actId="478"/>
          <ac:spMkLst>
            <pc:docMk/>
            <pc:sldMk cId="0" sldId="269"/>
            <ac:spMk id="32" creationId="{00000000-0000-0000-0000-000000000000}"/>
          </ac:spMkLst>
        </pc:spChg>
        <pc:picChg chg="add del mod">
          <ac:chgData name="Erick" userId="131d6192-1f40-4ed1-afc8-c0de4a7993cd" providerId="ADAL" clId="{8342AA14-A950-4D2A-BE47-CAE7B51A1D79}" dt="2026-06-03T12:10:07.139" v="201" actId="21"/>
          <ac:picMkLst>
            <pc:docMk/>
            <pc:sldMk cId="0" sldId="269"/>
            <ac:picMk id="34" creationId="{E3A24155-BE55-43E8-9A0B-66E8552D1A3D}"/>
          </ac:picMkLst>
        </pc:picChg>
      </pc:sldChg>
      <pc:sldChg chg="addSp delSp modSp mod">
        <pc:chgData name="Erick" userId="131d6192-1f40-4ed1-afc8-c0de4a7993cd" providerId="ADAL" clId="{8342AA14-A950-4D2A-BE47-CAE7B51A1D79}" dt="2026-06-03T12:05:49.064" v="181" actId="1076"/>
        <pc:sldMkLst>
          <pc:docMk/>
          <pc:sldMk cId="0" sldId="270"/>
        </pc:sldMkLst>
        <pc:spChg chg="del">
          <ac:chgData name="Erick" userId="131d6192-1f40-4ed1-afc8-c0de4a7993cd" providerId="ADAL" clId="{8342AA14-A950-4D2A-BE47-CAE7B51A1D79}" dt="2026-06-03T12:05:34.232" v="179" actId="478"/>
          <ac:spMkLst>
            <pc:docMk/>
            <pc:sldMk cId="0" sldId="270"/>
            <ac:spMk id="36" creationId="{00000000-0000-0000-0000-000000000000}"/>
          </ac:spMkLst>
        </pc:spChg>
        <pc:spChg chg="add mod">
          <ac:chgData name="Erick" userId="131d6192-1f40-4ed1-afc8-c0de4a7993cd" providerId="ADAL" clId="{8342AA14-A950-4D2A-BE47-CAE7B51A1D79}" dt="2026-06-03T12:05:49.064" v="181" actId="1076"/>
          <ac:spMkLst>
            <pc:docMk/>
            <pc:sldMk cId="0" sldId="270"/>
            <ac:spMk id="37" creationId="{4D3A8406-7263-4004-A631-0346D62FC922}"/>
          </ac:spMkLst>
        </pc:spChg>
      </pc:sldChg>
      <pc:sldChg chg="addSp modSp mod modTransition">
        <pc:chgData name="Erick" userId="131d6192-1f40-4ed1-afc8-c0de4a7993cd" providerId="ADAL" clId="{8342AA14-A950-4D2A-BE47-CAE7B51A1D79}" dt="2026-06-03T12:10:18.895" v="208" actId="1076"/>
        <pc:sldMkLst>
          <pc:docMk/>
          <pc:sldMk cId="0" sldId="271"/>
        </pc:sldMkLst>
        <pc:picChg chg="add mod">
          <ac:chgData name="Erick" userId="131d6192-1f40-4ed1-afc8-c0de4a7993cd" providerId="ADAL" clId="{8342AA14-A950-4D2A-BE47-CAE7B51A1D79}" dt="2026-06-03T12:10:18.895" v="208" actId="1076"/>
          <ac:picMkLst>
            <pc:docMk/>
            <pc:sldMk cId="0" sldId="271"/>
            <ac:picMk id="13" creationId="{1F8813E8-A4A6-4B4E-8F47-DB7BE63AE898}"/>
          </ac:picMkLst>
        </pc:picChg>
      </pc:sldChg>
      <pc:sldChg chg="delSp modSp mod">
        <pc:chgData name="Erick" userId="131d6192-1f40-4ed1-afc8-c0de4a7993cd" providerId="ADAL" clId="{8342AA14-A950-4D2A-BE47-CAE7B51A1D79}" dt="2026-06-03T12:00:29.794" v="155" actId="20577"/>
        <pc:sldMkLst>
          <pc:docMk/>
          <pc:sldMk cId="375763667" sldId="272"/>
        </pc:sldMkLst>
        <pc:spChg chg="mod">
          <ac:chgData name="Erick" userId="131d6192-1f40-4ed1-afc8-c0de4a7993cd" providerId="ADAL" clId="{8342AA14-A950-4D2A-BE47-CAE7B51A1D79}" dt="2026-06-03T12:00:29.794" v="155" actId="20577"/>
          <ac:spMkLst>
            <pc:docMk/>
            <pc:sldMk cId="375763667" sldId="272"/>
            <ac:spMk id="8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9:12.753" v="134" actId="14100"/>
          <ac:spMkLst>
            <pc:docMk/>
            <pc:sldMk cId="375763667" sldId="272"/>
            <ac:spMk id="16" creationId="{00000000-0000-0000-0000-000000000000}"/>
          </ac:spMkLst>
        </pc:spChg>
        <pc:spChg chg="del mod">
          <ac:chgData name="Erick" userId="131d6192-1f40-4ed1-afc8-c0de4a7993cd" providerId="ADAL" clId="{8342AA14-A950-4D2A-BE47-CAE7B51A1D79}" dt="2026-06-03T11:32:03.397" v="15" actId="478"/>
          <ac:spMkLst>
            <pc:docMk/>
            <pc:sldMk cId="375763667" sldId="272"/>
            <ac:spMk id="49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8:55.818" v="132" actId="1076"/>
          <ac:spMkLst>
            <pc:docMk/>
            <pc:sldMk cId="375763667" sldId="272"/>
            <ac:spMk id="55" creationId="{B9206316-60CA-481B-8CE3-80F4FEF67D13}"/>
          </ac:spMkLst>
        </pc:spChg>
      </pc:sldChg>
      <pc:sldChg chg="addSp delSp modSp mod">
        <pc:chgData name="Erick" userId="131d6192-1f40-4ed1-afc8-c0de4a7993cd" providerId="ADAL" clId="{8342AA14-A950-4D2A-BE47-CAE7B51A1D79}" dt="2026-06-03T12:01:08.586" v="166" actId="20577"/>
        <pc:sldMkLst>
          <pc:docMk/>
          <pc:sldMk cId="1852203054" sldId="273"/>
        </pc:sldMkLst>
        <pc:spChg chg="mod">
          <ac:chgData name="Erick" userId="131d6192-1f40-4ed1-afc8-c0de4a7993cd" providerId="ADAL" clId="{8342AA14-A950-4D2A-BE47-CAE7B51A1D79}" dt="2026-06-03T12:01:08.586" v="166" actId="20577"/>
          <ac:spMkLst>
            <pc:docMk/>
            <pc:sldMk cId="1852203054" sldId="273"/>
            <ac:spMk id="8" creationId="{00000000-0000-0000-0000-000000000000}"/>
          </ac:spMkLst>
        </pc:spChg>
        <pc:spChg chg="mod">
          <ac:chgData name="Erick" userId="131d6192-1f40-4ed1-afc8-c0de4a7993cd" providerId="ADAL" clId="{8342AA14-A950-4D2A-BE47-CAE7B51A1D79}" dt="2026-06-03T11:56:47.020" v="114" actId="1076"/>
          <ac:spMkLst>
            <pc:docMk/>
            <pc:sldMk cId="1852203054" sldId="273"/>
            <ac:spMk id="21" creationId="{00000000-0000-0000-0000-000000000000}"/>
          </ac:spMkLst>
        </pc:spChg>
        <pc:spChg chg="add del">
          <ac:chgData name="Erick" userId="131d6192-1f40-4ed1-afc8-c0de4a7993cd" providerId="ADAL" clId="{8342AA14-A950-4D2A-BE47-CAE7B51A1D79}" dt="2026-06-03T11:56:18.310" v="111" actId="478"/>
          <ac:spMkLst>
            <pc:docMk/>
            <pc:sldMk cId="1852203054" sldId="273"/>
            <ac:spMk id="36" creationId="{00000000-0000-0000-0000-000000000000}"/>
          </ac:spMkLst>
        </pc:spChg>
        <pc:spChg chg="add del">
          <ac:chgData name="Erick" userId="131d6192-1f40-4ed1-afc8-c0de4a7993cd" providerId="ADAL" clId="{8342AA14-A950-4D2A-BE47-CAE7B51A1D79}" dt="2026-06-03T11:56:18.515" v="112" actId="478"/>
          <ac:spMkLst>
            <pc:docMk/>
            <pc:sldMk cId="1852203054" sldId="273"/>
            <ac:spMk id="44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6:09.355" v="108" actId="478"/>
          <ac:spMkLst>
            <pc:docMk/>
            <pc:sldMk cId="1852203054" sldId="273"/>
            <ac:spMk id="49" creationId="{00000000-0000-0000-0000-000000000000}"/>
          </ac:spMkLst>
        </pc:spChg>
      </pc:sldChg>
      <pc:sldChg chg="addSp delSp modSp mod modAnim">
        <pc:chgData name="Erick" userId="131d6192-1f40-4ed1-afc8-c0de4a7993cd" providerId="ADAL" clId="{8342AA14-A950-4D2A-BE47-CAE7B51A1D79}" dt="2026-06-03T12:00:11.089" v="140" actId="6549"/>
        <pc:sldMkLst>
          <pc:docMk/>
          <pc:sldMk cId="896598197" sldId="274"/>
        </pc:sldMkLst>
        <pc:spChg chg="mod">
          <ac:chgData name="Erick" userId="131d6192-1f40-4ed1-afc8-c0de4a7993cd" providerId="ADAL" clId="{8342AA14-A950-4D2A-BE47-CAE7B51A1D79}" dt="2026-06-03T12:00:11.089" v="140" actId="6549"/>
          <ac:spMkLst>
            <pc:docMk/>
            <pc:sldMk cId="896598197" sldId="274"/>
            <ac:spMk id="8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7:23.084" v="121" actId="478"/>
          <ac:spMkLst>
            <pc:docMk/>
            <pc:sldMk cId="896598197" sldId="274"/>
            <ac:spMk id="27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6:04.412" v="106" actId="478"/>
          <ac:spMkLst>
            <pc:docMk/>
            <pc:sldMk cId="896598197" sldId="274"/>
            <ac:spMk id="49" creationId="{00000000-0000-0000-0000-000000000000}"/>
          </ac:spMkLst>
        </pc:spChg>
        <pc:spChg chg="add mod ord">
          <ac:chgData name="Erick" userId="131d6192-1f40-4ed1-afc8-c0de4a7993cd" providerId="ADAL" clId="{8342AA14-A950-4D2A-BE47-CAE7B51A1D79}" dt="2026-06-03T11:58:03.181" v="130" actId="207"/>
          <ac:spMkLst>
            <pc:docMk/>
            <pc:sldMk cId="896598197" sldId="274"/>
            <ac:spMk id="51" creationId="{0484BFB8-1E36-4524-8ABE-1BA9F78394DE}"/>
          </ac:spMkLst>
        </pc:spChg>
        <pc:spChg chg="add mod">
          <ac:chgData name="Erick" userId="131d6192-1f40-4ed1-afc8-c0de4a7993cd" providerId="ADAL" clId="{8342AA14-A950-4D2A-BE47-CAE7B51A1D79}" dt="2026-06-03T11:57:40.066" v="124" actId="20577"/>
          <ac:spMkLst>
            <pc:docMk/>
            <pc:sldMk cId="896598197" sldId="274"/>
            <ac:spMk id="52" creationId="{74417BD5-6EBE-48CD-83A2-50E132001C60}"/>
          </ac:spMkLst>
        </pc:spChg>
      </pc:sldChg>
      <pc:sldChg chg="delSp modSp mod">
        <pc:chgData name="Erick" userId="131d6192-1f40-4ed1-afc8-c0de4a7993cd" providerId="ADAL" clId="{8342AA14-A950-4D2A-BE47-CAE7B51A1D79}" dt="2026-06-03T12:01:31.767" v="171" actId="20577"/>
        <pc:sldMkLst>
          <pc:docMk/>
          <pc:sldMk cId="72732868" sldId="275"/>
        </pc:sldMkLst>
        <pc:spChg chg="mod">
          <ac:chgData name="Erick" userId="131d6192-1f40-4ed1-afc8-c0de4a7993cd" providerId="ADAL" clId="{8342AA14-A950-4D2A-BE47-CAE7B51A1D79}" dt="2026-06-03T12:01:31.767" v="171" actId="20577"/>
          <ac:spMkLst>
            <pc:docMk/>
            <pc:sldMk cId="72732868" sldId="275"/>
            <ac:spMk id="8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55:48.944" v="100" actId="478"/>
          <ac:spMkLst>
            <pc:docMk/>
            <pc:sldMk cId="72732868" sldId="275"/>
            <ac:spMk id="49" creationId="{00000000-0000-0000-0000-000000000000}"/>
          </ac:spMkLst>
        </pc:spChg>
      </pc:sldChg>
      <pc:sldChg chg="setBg">
        <pc:chgData name="Erick" userId="131d6192-1f40-4ed1-afc8-c0de4a7993cd" providerId="ADAL" clId="{8342AA14-A950-4D2A-BE47-CAE7B51A1D79}" dt="2026-06-03T11:42:13.445" v="24"/>
        <pc:sldMkLst>
          <pc:docMk/>
          <pc:sldMk cId="1551596178" sldId="276"/>
        </pc:sldMkLst>
      </pc:sldChg>
      <pc:sldChg chg="setBg">
        <pc:chgData name="Erick" userId="131d6192-1f40-4ed1-afc8-c0de4a7993cd" providerId="ADAL" clId="{8342AA14-A950-4D2A-BE47-CAE7B51A1D79}" dt="2026-06-03T11:42:42.340" v="25"/>
        <pc:sldMkLst>
          <pc:docMk/>
          <pc:sldMk cId="3084232622" sldId="277"/>
        </pc:sldMkLst>
      </pc:sldChg>
      <pc:sldChg chg="delSp modSp mod">
        <pc:chgData name="Erick" userId="131d6192-1f40-4ed1-afc8-c0de4a7993cd" providerId="ADAL" clId="{8342AA14-A950-4D2A-BE47-CAE7B51A1D79}" dt="2026-06-03T12:00:25.755" v="150" actId="20577"/>
        <pc:sldMkLst>
          <pc:docMk/>
          <pc:sldMk cId="4048522025" sldId="278"/>
        </pc:sldMkLst>
        <pc:spChg chg="mod">
          <ac:chgData name="Erick" userId="131d6192-1f40-4ed1-afc8-c0de4a7993cd" providerId="ADAL" clId="{8342AA14-A950-4D2A-BE47-CAE7B51A1D79}" dt="2026-06-03T12:00:25.755" v="150" actId="20577"/>
          <ac:spMkLst>
            <pc:docMk/>
            <pc:sldMk cId="4048522025" sldId="278"/>
            <ac:spMk id="8" creationId="{00000000-0000-0000-0000-000000000000}"/>
          </ac:spMkLst>
        </pc:spChg>
        <pc:spChg chg="del">
          <ac:chgData name="Erick" userId="131d6192-1f40-4ed1-afc8-c0de4a7993cd" providerId="ADAL" clId="{8342AA14-A950-4D2A-BE47-CAE7B51A1D79}" dt="2026-06-03T11:31:59.200" v="13" actId="478"/>
          <ac:spMkLst>
            <pc:docMk/>
            <pc:sldMk cId="4048522025" sldId="278"/>
            <ac:spMk id="49" creationId="{00000000-0000-0000-0000-000000000000}"/>
          </ac:spMkLst>
        </pc:spChg>
      </pc:sldChg>
      <pc:sldChg chg="addSp delSp modSp new del mod setBg">
        <pc:chgData name="Erick" userId="131d6192-1f40-4ed1-afc8-c0de4a7993cd" providerId="ADAL" clId="{8342AA14-A950-4D2A-BE47-CAE7B51A1D79}" dt="2026-06-03T11:46:30.028" v="56" actId="47"/>
        <pc:sldMkLst>
          <pc:docMk/>
          <pc:sldMk cId="2592929801" sldId="279"/>
        </pc:sldMkLst>
        <pc:spChg chg="add del">
          <ac:chgData name="Erick" userId="131d6192-1f40-4ed1-afc8-c0de4a7993cd" providerId="ADAL" clId="{8342AA14-A950-4D2A-BE47-CAE7B51A1D79}" dt="2026-06-03T11:44:59.416" v="36" actId="478"/>
          <ac:spMkLst>
            <pc:docMk/>
            <pc:sldMk cId="2592929801" sldId="279"/>
            <ac:spMk id="3" creationId="{505B2657-D4A5-4648-BA27-BD80A009FD03}"/>
          </ac:spMkLst>
        </pc:spChg>
        <pc:picChg chg="add mod">
          <ac:chgData name="Erick" userId="131d6192-1f40-4ed1-afc8-c0de4a7993cd" providerId="ADAL" clId="{8342AA14-A950-4D2A-BE47-CAE7B51A1D79}" dt="2026-06-03T11:46:12.005" v="55" actId="1076"/>
          <ac:picMkLst>
            <pc:docMk/>
            <pc:sldMk cId="2592929801" sldId="279"/>
            <ac:picMk id="5" creationId="{45F16111-9C37-4EB8-85E4-D76195A17CCA}"/>
          </ac:picMkLst>
        </pc:picChg>
        <pc:picChg chg="add mod">
          <ac:chgData name="Erick" userId="131d6192-1f40-4ed1-afc8-c0de4a7993cd" providerId="ADAL" clId="{8342AA14-A950-4D2A-BE47-CAE7B51A1D79}" dt="2026-06-03T11:46:10.778" v="54" actId="1076"/>
          <ac:picMkLst>
            <pc:docMk/>
            <pc:sldMk cId="2592929801" sldId="279"/>
            <ac:picMk id="7" creationId="{F828B44F-A435-41EC-A6D5-89419167142A}"/>
          </ac:picMkLst>
        </pc:picChg>
        <pc:picChg chg="add mod">
          <ac:chgData name="Erick" userId="131d6192-1f40-4ed1-afc8-c0de4a7993cd" providerId="ADAL" clId="{8342AA14-A950-4D2A-BE47-CAE7B51A1D79}" dt="2026-06-03T11:46:09.295" v="53" actId="1076"/>
          <ac:picMkLst>
            <pc:docMk/>
            <pc:sldMk cId="2592929801" sldId="279"/>
            <ac:picMk id="9" creationId="{ADA6BB78-3DE7-406C-B0A0-E7992E910548}"/>
          </ac:picMkLst>
        </pc:picChg>
      </pc:sldChg>
      <pc:sldChg chg="add del">
        <pc:chgData name="Erick" userId="131d6192-1f40-4ed1-afc8-c0de4a7993cd" providerId="ADAL" clId="{8342AA14-A950-4D2A-BE47-CAE7B51A1D79}" dt="2026-06-03T11:44:20.416" v="31" actId="47"/>
        <pc:sldMkLst>
          <pc:docMk/>
          <pc:sldMk cId="3027415433" sldId="27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D1B4E"/>
                </a:solidFill>
                <a:latin typeface="Arial"/>
              </a:defRPr>
            </a:pPr>
            <a:r>
              <a:rPr lang="pt-BR" sz="1400" b="0" i="0" u="none" strike="noStrike">
                <a:solidFill>
                  <a:srgbClr val="2D1B4E"/>
                </a:solidFill>
                <a:latin typeface="Arial"/>
              </a:rPr>
              <a:t>Risco vs Retorno (10.000 carteiras)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7C2FC1"/>
              </a:solidFill>
              <a:ln w="9525" cap="flat">
                <a:solidFill>
                  <a:srgbClr val="7C2FC1"/>
                </a:solidFill>
                <a:prstDash val="solid"/>
                <a:round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2.6241938185990646E-2</c:v>
                </c:pt>
                <c:pt idx="1">
                  <c:v>2.9836354162725856E-2</c:v>
                </c:pt>
                <c:pt idx="2">
                  <c:v>1.5045095913522606E-2</c:v>
                </c:pt>
                <c:pt idx="3">
                  <c:v>2.4378754209657287E-2</c:v>
                </c:pt>
                <c:pt idx="4">
                  <c:v>1.0390481799195068E-2</c:v>
                </c:pt>
                <c:pt idx="5">
                  <c:v>1.0373074438003262E-2</c:v>
                </c:pt>
                <c:pt idx="6">
                  <c:v>1.4809093494145199E-2</c:v>
                </c:pt>
                <c:pt idx="7">
                  <c:v>1.8630833723907704E-2</c:v>
                </c:pt>
                <c:pt idx="8">
                  <c:v>2.4626758633309768E-2</c:v>
                </c:pt>
                <c:pt idx="9">
                  <c:v>2.3351013675212581E-2</c:v>
                </c:pt>
                <c:pt idx="10">
                  <c:v>2.186221765215671E-2</c:v>
                </c:pt>
                <c:pt idx="11">
                  <c:v>5.8679522962003751E-3</c:v>
                </c:pt>
                <c:pt idx="12">
                  <c:v>9.911717208299739E-3</c:v>
                </c:pt>
                <c:pt idx="13">
                  <c:v>2.6777773734257229E-2</c:v>
                </c:pt>
                <c:pt idx="14">
                  <c:v>5.924251960165312E-3</c:v>
                </c:pt>
                <c:pt idx="15">
                  <c:v>1.9722234934125296E-2</c:v>
                </c:pt>
                <c:pt idx="16">
                  <c:v>1.3971347264499386E-2</c:v>
                </c:pt>
                <c:pt idx="17">
                  <c:v>1.2740541142141322E-2</c:v>
                </c:pt>
                <c:pt idx="18">
                  <c:v>2.7237564033650984E-2</c:v>
                </c:pt>
                <c:pt idx="19">
                  <c:v>1.5001038118755691E-2</c:v>
                </c:pt>
                <c:pt idx="20">
                  <c:v>2.063021230710977E-2</c:v>
                </c:pt>
                <c:pt idx="21">
                  <c:v>2.8047693913639548E-2</c:v>
                </c:pt>
                <c:pt idx="22">
                  <c:v>7.4972572471903327E-3</c:v>
                </c:pt>
                <c:pt idx="23">
                  <c:v>7.3786455890661202E-3</c:v>
                </c:pt>
                <c:pt idx="24">
                  <c:v>2.5338340269417638E-2</c:v>
                </c:pt>
                <c:pt idx="25">
                  <c:v>1.3140399917092843E-2</c:v>
                </c:pt>
                <c:pt idx="26">
                  <c:v>1.8302196892394526E-2</c:v>
                </c:pt>
                <c:pt idx="27">
                  <c:v>1.3278433590891509E-2</c:v>
                </c:pt>
                <c:pt idx="28">
                  <c:v>1.9642096748653179E-2</c:v>
                </c:pt>
                <c:pt idx="29">
                  <c:v>1.8944498801377305E-2</c:v>
                </c:pt>
                <c:pt idx="30">
                  <c:v>2.3550638403870151E-2</c:v>
                </c:pt>
                <c:pt idx="31">
                  <c:v>2.9473942897391789E-2</c:v>
                </c:pt>
                <c:pt idx="32">
                  <c:v>2.3083784874867855E-2</c:v>
                </c:pt>
                <c:pt idx="33">
                  <c:v>1.7202455626053412E-2</c:v>
                </c:pt>
                <c:pt idx="34">
                  <c:v>2.777183329805832E-2</c:v>
                </c:pt>
                <c:pt idx="35">
                  <c:v>2.6740830063658624E-2</c:v>
                </c:pt>
                <c:pt idx="36">
                  <c:v>1.0226453537945547E-2</c:v>
                </c:pt>
                <c:pt idx="37">
                  <c:v>2.3158924268490554E-2</c:v>
                </c:pt>
                <c:pt idx="38">
                  <c:v>9.2408033466738829E-3</c:v>
                </c:pt>
                <c:pt idx="39">
                  <c:v>2.1039106644941838E-2</c:v>
                </c:pt>
                <c:pt idx="40">
                  <c:v>1.774807002007198E-2</c:v>
                </c:pt>
                <c:pt idx="41">
                  <c:v>1.2756854039790795E-2</c:v>
                </c:pt>
                <c:pt idx="42">
                  <c:v>2.8402148833467835E-2</c:v>
                </c:pt>
                <c:pt idx="43">
                  <c:v>2.1471765283785135E-2</c:v>
                </c:pt>
                <c:pt idx="44">
                  <c:v>1.8060031235155222E-2</c:v>
                </c:pt>
                <c:pt idx="45">
                  <c:v>2.6563239106657071E-2</c:v>
                </c:pt>
                <c:pt idx="46">
                  <c:v>1.6366669571261823E-2</c:v>
                </c:pt>
                <c:pt idx="47">
                  <c:v>2.541716082930736E-2</c:v>
                </c:pt>
                <c:pt idx="48">
                  <c:v>8.0045566601980606E-3</c:v>
                </c:pt>
                <c:pt idx="49">
                  <c:v>2.7125420864521143E-2</c:v>
                </c:pt>
                <c:pt idx="50">
                  <c:v>2.535123608532041E-2</c:v>
                </c:pt>
                <c:pt idx="51">
                  <c:v>5.1037977103186539E-3</c:v>
                </c:pt>
                <c:pt idx="52">
                  <c:v>1.6445557831197607E-2</c:v>
                </c:pt>
                <c:pt idx="53">
                  <c:v>1.066447532434946E-2</c:v>
                </c:pt>
                <c:pt idx="54">
                  <c:v>2.6157265067336812E-2</c:v>
                </c:pt>
                <c:pt idx="55">
                  <c:v>1.2816694808389845E-2</c:v>
                </c:pt>
                <c:pt idx="56">
                  <c:v>2.2323587345205752E-2</c:v>
                </c:pt>
                <c:pt idx="57">
                  <c:v>2.4915144000244992E-2</c:v>
                </c:pt>
                <c:pt idx="58">
                  <c:v>2.8744835775632058E-2</c:v>
                </c:pt>
                <c:pt idx="59">
                  <c:v>1.0221586422154013E-2</c:v>
                </c:pt>
                <c:pt idx="60">
                  <c:v>2.8483896724394935E-2</c:v>
                </c:pt>
                <c:pt idx="61">
                  <c:v>1.6318380334611339E-2</c:v>
                </c:pt>
                <c:pt idx="62">
                  <c:v>2.5010000398137958E-2</c:v>
                </c:pt>
                <c:pt idx="63">
                  <c:v>1.4819551910901715E-2</c:v>
                </c:pt>
                <c:pt idx="64">
                  <c:v>1.7801976263931752E-2</c:v>
                </c:pt>
                <c:pt idx="65">
                  <c:v>7.934735684179824E-3</c:v>
                </c:pt>
                <c:pt idx="66">
                  <c:v>2.1400790465575706E-2</c:v>
                </c:pt>
                <c:pt idx="67">
                  <c:v>1.2678858388275406E-2</c:v>
                </c:pt>
                <c:pt idx="68">
                  <c:v>2.6265738161040168E-2</c:v>
                </c:pt>
                <c:pt idx="69">
                  <c:v>1.4012704440982515E-2</c:v>
                </c:pt>
                <c:pt idx="70">
                  <c:v>9.5665289999169196E-3</c:v>
                </c:pt>
                <c:pt idx="71">
                  <c:v>1.2897783235514167E-2</c:v>
                </c:pt>
                <c:pt idx="72">
                  <c:v>1.7615142645861205E-2</c:v>
                </c:pt>
                <c:pt idx="73">
                  <c:v>2.9242129232531087E-2</c:v>
                </c:pt>
                <c:pt idx="74">
                  <c:v>7.5076296457579029E-3</c:v>
                </c:pt>
                <c:pt idx="75">
                  <c:v>1.7789108840355741E-2</c:v>
                </c:pt>
                <c:pt idx="76">
                  <c:v>1.2140226055271781E-2</c:v>
                </c:pt>
                <c:pt idx="77">
                  <c:v>7.7997216470941395E-3</c:v>
                </c:pt>
                <c:pt idx="78">
                  <c:v>2.5223150633832427E-2</c:v>
                </c:pt>
                <c:pt idx="79">
                  <c:v>1.6738744981232071E-2</c:v>
                </c:pt>
                <c:pt idx="80">
                  <c:v>6.2945352451180617E-3</c:v>
                </c:pt>
                <c:pt idx="81">
                  <c:v>9.294632805858195E-3</c:v>
                </c:pt>
                <c:pt idx="82">
                  <c:v>5.0123605338598344E-3</c:v>
                </c:pt>
                <c:pt idx="83">
                  <c:v>2.4194822819776154E-2</c:v>
                </c:pt>
                <c:pt idx="84">
                  <c:v>6.3109860809692454E-3</c:v>
                </c:pt>
                <c:pt idx="85">
                  <c:v>1.0182169921387832E-2</c:v>
                </c:pt>
                <c:pt idx="86">
                  <c:v>1.1127296178403741E-2</c:v>
                </c:pt>
                <c:pt idx="87">
                  <c:v>1.6441821772411727E-2</c:v>
                </c:pt>
                <c:pt idx="88">
                  <c:v>7.1185849433976506E-3</c:v>
                </c:pt>
                <c:pt idx="89">
                  <c:v>2.2743494841631955E-2</c:v>
                </c:pt>
                <c:pt idx="90">
                  <c:v>9.3304898804612256E-3</c:v>
                </c:pt>
                <c:pt idx="91">
                  <c:v>5.3986912412165534E-3</c:v>
                </c:pt>
                <c:pt idx="92">
                  <c:v>2.5394660196572213E-2</c:v>
                </c:pt>
                <c:pt idx="93">
                  <c:v>6.4746053393190907E-3</c:v>
                </c:pt>
                <c:pt idx="94">
                  <c:v>1.9193769206370854E-2</c:v>
                </c:pt>
                <c:pt idx="95">
                  <c:v>1.0104109606420554E-2</c:v>
                </c:pt>
                <c:pt idx="96">
                  <c:v>2.9164764392222233E-2</c:v>
                </c:pt>
                <c:pt idx="97">
                  <c:v>1.6908358358477579E-2</c:v>
                </c:pt>
                <c:pt idx="98">
                  <c:v>1.8250421683402216E-2</c:v>
                </c:pt>
                <c:pt idx="99">
                  <c:v>1.0108004892094093E-2</c:v>
                </c:pt>
                <c:pt idx="100">
                  <c:v>1.2880204295963527E-2</c:v>
                </c:pt>
                <c:pt idx="101">
                  <c:v>1.1963916509033182E-2</c:v>
                </c:pt>
                <c:pt idx="102">
                  <c:v>2.4999573709320332E-2</c:v>
                </c:pt>
                <c:pt idx="103">
                  <c:v>2.9837132558019688E-2</c:v>
                </c:pt>
                <c:pt idx="104">
                  <c:v>6.5378878588469927E-3</c:v>
                </c:pt>
                <c:pt idx="105">
                  <c:v>2.1819885448435859E-2</c:v>
                </c:pt>
                <c:pt idx="106">
                  <c:v>6.7567936854550049E-3</c:v>
                </c:pt>
                <c:pt idx="107">
                  <c:v>1.3055351553363032E-2</c:v>
                </c:pt>
                <c:pt idx="108">
                  <c:v>2.2367057171921174E-2</c:v>
                </c:pt>
                <c:pt idx="109">
                  <c:v>1.1097225809869896E-2</c:v>
                </c:pt>
                <c:pt idx="110">
                  <c:v>9.1351189277164863E-3</c:v>
                </c:pt>
                <c:pt idx="111">
                  <c:v>1.2062830386081471E-2</c:v>
                </c:pt>
                <c:pt idx="112">
                  <c:v>1.2799113445563389E-2</c:v>
                </c:pt>
                <c:pt idx="113">
                  <c:v>2.1726371752700389E-2</c:v>
                </c:pt>
                <c:pt idx="114">
                  <c:v>2.7070329892398246E-2</c:v>
                </c:pt>
                <c:pt idx="115">
                  <c:v>2.8768046608430367E-2</c:v>
                </c:pt>
                <c:pt idx="116">
                  <c:v>9.3568474993145981E-3</c:v>
                </c:pt>
                <c:pt idx="117">
                  <c:v>2.7175172451413751E-2</c:v>
                </c:pt>
                <c:pt idx="118">
                  <c:v>1.8121907339055634E-2</c:v>
                </c:pt>
                <c:pt idx="119">
                  <c:v>1.4251489516476146E-2</c:v>
                </c:pt>
                <c:pt idx="120">
                  <c:v>2.6016370587115333E-2</c:v>
                </c:pt>
                <c:pt idx="121">
                  <c:v>1.083569215559216E-2</c:v>
                </c:pt>
                <c:pt idx="122">
                  <c:v>2.1277359063181074E-2</c:v>
                </c:pt>
                <c:pt idx="123">
                  <c:v>5.1118458422233131E-3</c:v>
                </c:pt>
                <c:pt idx="124">
                  <c:v>7.5323717276201642E-3</c:v>
                </c:pt>
                <c:pt idx="125">
                  <c:v>2.7297835590565592E-2</c:v>
                </c:pt>
                <c:pt idx="126">
                  <c:v>2.2451657073202427E-2</c:v>
                </c:pt>
                <c:pt idx="127">
                  <c:v>1.8279745530459027E-2</c:v>
                </c:pt>
                <c:pt idx="128">
                  <c:v>1.6680532954877623E-2</c:v>
                </c:pt>
                <c:pt idx="129">
                  <c:v>8.7193966948236629E-3</c:v>
                </c:pt>
                <c:pt idx="130">
                  <c:v>1.3943987300263295E-2</c:v>
                </c:pt>
                <c:pt idx="131">
                  <c:v>1.4485153699060314E-2</c:v>
                </c:pt>
                <c:pt idx="132">
                  <c:v>7.2589897306360686E-3</c:v>
                </c:pt>
                <c:pt idx="133">
                  <c:v>1.3226763339837105E-2</c:v>
                </c:pt>
                <c:pt idx="134">
                  <c:v>1.9620755884921761E-2</c:v>
                </c:pt>
                <c:pt idx="135">
                  <c:v>1.3226910874886161E-2</c:v>
                </c:pt>
                <c:pt idx="136">
                  <c:v>1.0261477723739944E-2</c:v>
                </c:pt>
                <c:pt idx="137">
                  <c:v>2.1244192643821116E-2</c:v>
                </c:pt>
                <c:pt idx="138">
                  <c:v>9.8701256317135083E-3</c:v>
                </c:pt>
                <c:pt idx="139">
                  <c:v>2.0894861153740344E-2</c:v>
                </c:pt>
                <c:pt idx="140">
                  <c:v>2.0646089723483828E-2</c:v>
                </c:pt>
                <c:pt idx="141">
                  <c:v>1.6435753196361189E-2</c:v>
                </c:pt>
                <c:pt idx="142">
                  <c:v>1.5027321301137448E-2</c:v>
                </c:pt>
                <c:pt idx="143">
                  <c:v>1.794219348868047E-2</c:v>
                </c:pt>
                <c:pt idx="144">
                  <c:v>7.8149629876132897E-3</c:v>
                </c:pt>
                <c:pt idx="145">
                  <c:v>1.7096486650779015E-2</c:v>
                </c:pt>
                <c:pt idx="146">
                  <c:v>2.9844220971052087E-2</c:v>
                </c:pt>
                <c:pt idx="147">
                  <c:v>6.5332905740994943E-3</c:v>
                </c:pt>
                <c:pt idx="148">
                  <c:v>8.3201988133730104E-3</c:v>
                </c:pt>
                <c:pt idx="149">
                  <c:v>2.8999333108744578E-2</c:v>
                </c:pt>
                <c:pt idx="150">
                  <c:v>1.3817768630231798E-2</c:v>
                </c:pt>
                <c:pt idx="151">
                  <c:v>2.9839788634919533E-2</c:v>
                </c:pt>
                <c:pt idx="152">
                  <c:v>2.7718111858854737E-2</c:v>
                </c:pt>
                <c:pt idx="153">
                  <c:v>1.2981181830381522E-2</c:v>
                </c:pt>
                <c:pt idx="154">
                  <c:v>7.3132284738339666E-3</c:v>
                </c:pt>
                <c:pt idx="155">
                  <c:v>2.8564574835676551E-2</c:v>
                </c:pt>
                <c:pt idx="156">
                  <c:v>2.4889011553992483E-2</c:v>
                </c:pt>
                <c:pt idx="157">
                  <c:v>1.2128080564696681E-2</c:v>
                </c:pt>
                <c:pt idx="158">
                  <c:v>5.2107582940751976E-3</c:v>
                </c:pt>
                <c:pt idx="159">
                  <c:v>2.1098587066265342E-2</c:v>
                </c:pt>
                <c:pt idx="160">
                  <c:v>2.6736085424259374E-2</c:v>
                </c:pt>
                <c:pt idx="161">
                  <c:v>6.780619935326011E-3</c:v>
                </c:pt>
                <c:pt idx="162">
                  <c:v>1.290523473566791E-2</c:v>
                </c:pt>
                <c:pt idx="163">
                  <c:v>1.0986881691652531E-2</c:v>
                </c:pt>
                <c:pt idx="164">
                  <c:v>2.5645824067610172E-2</c:v>
                </c:pt>
                <c:pt idx="165">
                  <c:v>2.9406041228723642E-2</c:v>
                </c:pt>
                <c:pt idx="166">
                  <c:v>1.371856993745247E-2</c:v>
                </c:pt>
                <c:pt idx="167">
                  <c:v>1.012025036565823E-2</c:v>
                </c:pt>
                <c:pt idx="168">
                  <c:v>2.601366362400238E-2</c:v>
                </c:pt>
                <c:pt idx="169">
                  <c:v>5.4491272829707681E-3</c:v>
                </c:pt>
                <c:pt idx="170">
                  <c:v>1.4556959484039469E-2</c:v>
                </c:pt>
                <c:pt idx="171">
                  <c:v>2.1541463164641388E-2</c:v>
                </c:pt>
                <c:pt idx="172">
                  <c:v>5.5939665369638585E-3</c:v>
                </c:pt>
                <c:pt idx="173">
                  <c:v>1.3350355024950009E-2</c:v>
                </c:pt>
                <c:pt idx="174">
                  <c:v>1.3186709750238508E-2</c:v>
                </c:pt>
                <c:pt idx="175">
                  <c:v>1.8708371074094832E-2</c:v>
                </c:pt>
                <c:pt idx="176">
                  <c:v>2.7888988784279697E-2</c:v>
                </c:pt>
                <c:pt idx="177">
                  <c:v>7.7467525126704087E-3</c:v>
                </c:pt>
                <c:pt idx="178">
                  <c:v>1.9678672389581372E-2</c:v>
                </c:pt>
                <c:pt idx="179">
                  <c:v>1.2266249376521994E-2</c:v>
                </c:pt>
                <c:pt idx="180">
                  <c:v>2.061819975701271E-2</c:v>
                </c:pt>
                <c:pt idx="181">
                  <c:v>8.0316319471127121E-3</c:v>
                </c:pt>
                <c:pt idx="182">
                  <c:v>8.0021198237980162E-3</c:v>
                </c:pt>
                <c:pt idx="183">
                  <c:v>2.0352190895575592E-2</c:v>
                </c:pt>
                <c:pt idx="184">
                  <c:v>2.3444295326276718E-2</c:v>
                </c:pt>
                <c:pt idx="185">
                  <c:v>2.164387503817182E-2</c:v>
                </c:pt>
                <c:pt idx="186">
                  <c:v>2.3368127460542679E-2</c:v>
                </c:pt>
                <c:pt idx="187">
                  <c:v>6.0272460914881599E-3</c:v>
                </c:pt>
                <c:pt idx="188">
                  <c:v>2.1093600832329359E-2</c:v>
                </c:pt>
                <c:pt idx="189">
                  <c:v>6.405392549538598E-3</c:v>
                </c:pt>
                <c:pt idx="190">
                  <c:v>8.8452632072430499E-3</c:v>
                </c:pt>
                <c:pt idx="191">
                  <c:v>2.5533471381541859E-2</c:v>
                </c:pt>
                <c:pt idx="192">
                  <c:v>8.6579212598636556E-3</c:v>
                </c:pt>
                <c:pt idx="193">
                  <c:v>2.9394295345160373E-2</c:v>
                </c:pt>
                <c:pt idx="194">
                  <c:v>9.0420987223515121E-3</c:v>
                </c:pt>
                <c:pt idx="195">
                  <c:v>1.5457378379862042E-2</c:v>
                </c:pt>
                <c:pt idx="196">
                  <c:v>2.6065992827190586E-2</c:v>
                </c:pt>
                <c:pt idx="197">
                  <c:v>7.9390746222986041E-3</c:v>
                </c:pt>
                <c:pt idx="198">
                  <c:v>1.1434177855936947E-2</c:v>
                </c:pt>
                <c:pt idx="199">
                  <c:v>1.7983751514149705E-2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1.1714414425712653E-3</c:v>
                </c:pt>
                <c:pt idx="1">
                  <c:v>2.7827397145405175E-4</c:v>
                </c:pt>
                <c:pt idx="2">
                  <c:v>7.7902666413283059E-4</c:v>
                </c:pt>
                <c:pt idx="3">
                  <c:v>1.1665922751806824E-3</c:v>
                </c:pt>
                <c:pt idx="4">
                  <c:v>2.3786251742239053E-4</c:v>
                </c:pt>
                <c:pt idx="5">
                  <c:v>4.0662706250751702E-4</c:v>
                </c:pt>
                <c:pt idx="6">
                  <c:v>6.963424638477191E-4</c:v>
                </c:pt>
                <c:pt idx="7">
                  <c:v>9.4710645026123332E-4</c:v>
                </c:pt>
                <c:pt idx="8">
                  <c:v>7.3162199604747216E-4</c:v>
                </c:pt>
                <c:pt idx="9">
                  <c:v>1.0556420533932723E-3</c:v>
                </c:pt>
                <c:pt idx="10">
                  <c:v>1.6559854157591452E-3</c:v>
                </c:pt>
                <c:pt idx="11">
                  <c:v>-7.5661904112387865E-4</c:v>
                </c:pt>
                <c:pt idx="12">
                  <c:v>1.7407879308297016E-4</c:v>
                </c:pt>
                <c:pt idx="13">
                  <c:v>1.0407686961855418E-3</c:v>
                </c:pt>
                <c:pt idx="14">
                  <c:v>-8.7842460364216288E-4</c:v>
                </c:pt>
                <c:pt idx="15">
                  <c:v>1.1723013917224803E-3</c:v>
                </c:pt>
                <c:pt idx="16">
                  <c:v>8.8141832625000663E-4</c:v>
                </c:pt>
                <c:pt idx="17">
                  <c:v>1.0140390747067636E-3</c:v>
                </c:pt>
                <c:pt idx="18">
                  <c:v>3.6182353731215093E-4</c:v>
                </c:pt>
                <c:pt idx="19">
                  <c:v>6.9382594586858356E-4</c:v>
                </c:pt>
                <c:pt idx="20">
                  <c:v>1.3710775567370723E-3</c:v>
                </c:pt>
                <c:pt idx="21">
                  <c:v>7.0924221793320947E-4</c:v>
                </c:pt>
                <c:pt idx="22">
                  <c:v>-1.1521327274524229E-3</c:v>
                </c:pt>
                <c:pt idx="23">
                  <c:v>-9.3703515435948907E-4</c:v>
                </c:pt>
                <c:pt idx="24">
                  <c:v>1.0408777726963825E-3</c:v>
                </c:pt>
                <c:pt idx="25">
                  <c:v>4.832089322251475E-4</c:v>
                </c:pt>
                <c:pt idx="26">
                  <c:v>1.3058348116370055E-3</c:v>
                </c:pt>
                <c:pt idx="27">
                  <c:v>8.7251717830984514E-4</c:v>
                </c:pt>
                <c:pt idx="28">
                  <c:v>1.1161545885523582E-3</c:v>
                </c:pt>
                <c:pt idx="29">
                  <c:v>1.2418250051885028E-3</c:v>
                </c:pt>
                <c:pt idx="30">
                  <c:v>1.4994503932863057E-3</c:v>
                </c:pt>
                <c:pt idx="31">
                  <c:v>-5.3397343666924837E-5</c:v>
                </c:pt>
                <c:pt idx="32">
                  <c:v>1.1859711831969672E-3</c:v>
                </c:pt>
                <c:pt idx="33">
                  <c:v>1.4917485978300977E-3</c:v>
                </c:pt>
                <c:pt idx="34">
                  <c:v>4.6152223996986301E-4</c:v>
                </c:pt>
                <c:pt idx="35">
                  <c:v>5.4095883281482071E-4</c:v>
                </c:pt>
                <c:pt idx="36">
                  <c:v>-6.5546571913369458E-7</c:v>
                </c:pt>
                <c:pt idx="37">
                  <c:v>1.688988187999803E-3</c:v>
                </c:pt>
                <c:pt idx="38">
                  <c:v>1.5921549459277487E-5</c:v>
                </c:pt>
                <c:pt idx="39">
                  <c:v>1.2060171102012971E-3</c:v>
                </c:pt>
                <c:pt idx="40">
                  <c:v>1.3795759715801354E-3</c:v>
                </c:pt>
                <c:pt idx="41">
                  <c:v>8.744133186766802E-4</c:v>
                </c:pt>
                <c:pt idx="42">
                  <c:v>1.644948435308546E-4</c:v>
                </c:pt>
                <c:pt idx="43">
                  <c:v>1.2259412371858284E-3</c:v>
                </c:pt>
                <c:pt idx="44">
                  <c:v>1.0272011801277915E-3</c:v>
                </c:pt>
                <c:pt idx="45">
                  <c:v>1.1711462101801739E-3</c:v>
                </c:pt>
                <c:pt idx="46">
                  <c:v>1.6409689248063539E-3</c:v>
                </c:pt>
                <c:pt idx="47">
                  <c:v>7.0630113227129494E-4</c:v>
                </c:pt>
                <c:pt idx="48">
                  <c:v>-3.3058482372283287E-4</c:v>
                </c:pt>
                <c:pt idx="49">
                  <c:v>9.4765702476905668E-4</c:v>
                </c:pt>
                <c:pt idx="50">
                  <c:v>9.8703652555783374E-4</c:v>
                </c:pt>
                <c:pt idx="51">
                  <c:v>-1.3674432520595743E-3</c:v>
                </c:pt>
                <c:pt idx="52">
                  <c:v>1.448355822940882E-3</c:v>
                </c:pt>
                <c:pt idx="53">
                  <c:v>6.7892798152000499E-4</c:v>
                </c:pt>
                <c:pt idx="54">
                  <c:v>4.8608227187675731E-4</c:v>
                </c:pt>
                <c:pt idx="55">
                  <c:v>8.5214941574266335E-4</c:v>
                </c:pt>
                <c:pt idx="56">
                  <c:v>8.5044455988380415E-4</c:v>
                </c:pt>
                <c:pt idx="57">
                  <c:v>1.6164573982465392E-3</c:v>
                </c:pt>
                <c:pt idx="58">
                  <c:v>4.6136253399623541E-4</c:v>
                </c:pt>
                <c:pt idx="59">
                  <c:v>5.1410931933967038E-4</c:v>
                </c:pt>
                <c:pt idx="60">
                  <c:v>8.0887098058393171E-4</c:v>
                </c:pt>
                <c:pt idx="61">
                  <c:v>9.1492053742449851E-4</c:v>
                </c:pt>
                <c:pt idx="62">
                  <c:v>1.0726760591252959E-3</c:v>
                </c:pt>
                <c:pt idx="63">
                  <c:v>5.0378501426805015E-4</c:v>
                </c:pt>
                <c:pt idx="64">
                  <c:v>1.2623189513216884E-3</c:v>
                </c:pt>
                <c:pt idx="65">
                  <c:v>-3.6609889948868116E-4</c:v>
                </c:pt>
                <c:pt idx="66">
                  <c:v>1.5704674692126033E-3</c:v>
                </c:pt>
                <c:pt idx="67">
                  <c:v>3.1592416999706713E-4</c:v>
                </c:pt>
                <c:pt idx="68">
                  <c:v>7.6069478941821268E-4</c:v>
                </c:pt>
                <c:pt idx="69">
                  <c:v>1.0247756715901142E-3</c:v>
                </c:pt>
                <c:pt idx="70">
                  <c:v>-3.910821916060327E-4</c:v>
                </c:pt>
                <c:pt idx="71">
                  <c:v>8.0218783685949001E-4</c:v>
                </c:pt>
                <c:pt idx="72">
                  <c:v>1.4967210323957069E-3</c:v>
                </c:pt>
                <c:pt idx="73">
                  <c:v>-4.6686949470154619E-5</c:v>
                </c:pt>
                <c:pt idx="74">
                  <c:v>-8.6176586783237867E-4</c:v>
                </c:pt>
                <c:pt idx="75">
                  <c:v>1.2676389860625473E-3</c:v>
                </c:pt>
                <c:pt idx="76">
                  <c:v>9.208027120050043E-4</c:v>
                </c:pt>
                <c:pt idx="77">
                  <c:v>-5.7913737335623012E-4</c:v>
                </c:pt>
                <c:pt idx="78">
                  <c:v>1.1065695925472048E-3</c:v>
                </c:pt>
                <c:pt idx="79">
                  <c:v>1.2151261229698947E-3</c:v>
                </c:pt>
                <c:pt idx="80">
                  <c:v>-1.0576516371552432E-3</c:v>
                </c:pt>
                <c:pt idx="81">
                  <c:v>1.276944213035659E-5</c:v>
                </c:pt>
                <c:pt idx="82">
                  <c:v>-2.0159180066513373E-3</c:v>
                </c:pt>
                <c:pt idx="83">
                  <c:v>8.4448981629154036E-4</c:v>
                </c:pt>
                <c:pt idx="84">
                  <c:v>-9.7185923536807209E-4</c:v>
                </c:pt>
                <c:pt idx="85">
                  <c:v>-2.275086085529407E-5</c:v>
                </c:pt>
                <c:pt idx="86">
                  <c:v>-1.7588012640367551E-4</c:v>
                </c:pt>
                <c:pt idx="87">
                  <c:v>9.2474416457967478E-4</c:v>
                </c:pt>
                <c:pt idx="88">
                  <c:v>-1.0076874781704995E-3</c:v>
                </c:pt>
                <c:pt idx="89">
                  <c:v>1.6142880391485561E-3</c:v>
                </c:pt>
                <c:pt idx="90">
                  <c:v>9.4556928857380287E-5</c:v>
                </c:pt>
                <c:pt idx="91">
                  <c:v>-1.1632189823615584E-3</c:v>
                </c:pt>
                <c:pt idx="92">
                  <c:v>1.2469198397293266E-3</c:v>
                </c:pt>
                <c:pt idx="93">
                  <c:v>-1.2683742238619455E-3</c:v>
                </c:pt>
                <c:pt idx="94">
                  <c:v>1.1848427252844306E-3</c:v>
                </c:pt>
                <c:pt idx="95">
                  <c:v>3.1560902550574916E-4</c:v>
                </c:pt>
                <c:pt idx="96">
                  <c:v>5.1452039217558798E-4</c:v>
                </c:pt>
                <c:pt idx="97">
                  <c:v>9.7209037854118234E-4</c:v>
                </c:pt>
                <c:pt idx="98">
                  <c:v>1.5005487641164598E-3</c:v>
                </c:pt>
                <c:pt idx="99">
                  <c:v>2.3977733760729189E-4</c:v>
                </c:pt>
                <c:pt idx="100">
                  <c:v>8.7244697160680014E-4</c:v>
                </c:pt>
                <c:pt idx="101">
                  <c:v>8.2357489764217076E-4</c:v>
                </c:pt>
                <c:pt idx="102">
                  <c:v>1.5646463863565733E-3</c:v>
                </c:pt>
                <c:pt idx="103">
                  <c:v>2.8059331849894015E-4</c:v>
                </c:pt>
                <c:pt idx="104">
                  <c:v>-8.3592262099310862E-4</c:v>
                </c:pt>
                <c:pt idx="105">
                  <c:v>1.4346524618009538E-3</c:v>
                </c:pt>
                <c:pt idx="106">
                  <c:v>-1.2002169974313856E-3</c:v>
                </c:pt>
                <c:pt idx="107">
                  <c:v>6.9074737637273118E-4</c:v>
                </c:pt>
                <c:pt idx="108">
                  <c:v>1.7634808023970553E-3</c:v>
                </c:pt>
                <c:pt idx="109">
                  <c:v>5.4028530181020329E-4</c:v>
                </c:pt>
                <c:pt idx="110">
                  <c:v>2.9151313511227632E-4</c:v>
                </c:pt>
                <c:pt idx="111">
                  <c:v>1.890758243364353E-4</c:v>
                </c:pt>
                <c:pt idx="112">
                  <c:v>1.0718287423767507E-3</c:v>
                </c:pt>
                <c:pt idx="113">
                  <c:v>1.449163357755165E-3</c:v>
                </c:pt>
                <c:pt idx="114">
                  <c:v>4.3107244620105241E-4</c:v>
                </c:pt>
                <c:pt idx="115">
                  <c:v>7.2817390137485793E-4</c:v>
                </c:pt>
                <c:pt idx="116">
                  <c:v>2.6612927846816334E-4</c:v>
                </c:pt>
                <c:pt idx="117">
                  <c:v>4.3323554018049546E-4</c:v>
                </c:pt>
                <c:pt idx="118">
                  <c:v>8.9117773958074988E-4</c:v>
                </c:pt>
                <c:pt idx="119">
                  <c:v>6.9315587325008453E-4</c:v>
                </c:pt>
                <c:pt idx="120">
                  <c:v>1.2079006731547438E-3</c:v>
                </c:pt>
                <c:pt idx="121">
                  <c:v>7.2534246346876838E-4</c:v>
                </c:pt>
                <c:pt idx="122">
                  <c:v>1.4541314909678727E-3</c:v>
                </c:pt>
                <c:pt idx="123">
                  <c:v>-1.0654567386307202E-3</c:v>
                </c:pt>
                <c:pt idx="124">
                  <c:v>-2.5246331703101415E-4</c:v>
                </c:pt>
                <c:pt idx="125">
                  <c:v>4.9258958327362979E-4</c:v>
                </c:pt>
                <c:pt idx="126">
                  <c:v>9.1190450625949445E-4</c:v>
                </c:pt>
                <c:pt idx="127">
                  <c:v>1.2309956622444515E-3</c:v>
                </c:pt>
                <c:pt idx="128">
                  <c:v>9.250686374806848E-4</c:v>
                </c:pt>
                <c:pt idx="129">
                  <c:v>-4.4121495026981438E-4</c:v>
                </c:pt>
                <c:pt idx="130">
                  <c:v>6.2056238211457854E-4</c:v>
                </c:pt>
                <c:pt idx="131">
                  <c:v>7.7358397440052944E-4</c:v>
                </c:pt>
                <c:pt idx="132">
                  <c:v>-2.8425498777040611E-4</c:v>
                </c:pt>
                <c:pt idx="133">
                  <c:v>5.5937961370552611E-4</c:v>
                </c:pt>
                <c:pt idx="134">
                  <c:v>1.808877736920862E-3</c:v>
                </c:pt>
                <c:pt idx="135">
                  <c:v>8.0940062842509901E-4</c:v>
                </c:pt>
                <c:pt idx="136">
                  <c:v>-4.0027533952543518E-4</c:v>
                </c:pt>
                <c:pt idx="137">
                  <c:v>1.261532429698941E-3</c:v>
                </c:pt>
                <c:pt idx="138">
                  <c:v>4.5032906313408733E-4</c:v>
                </c:pt>
                <c:pt idx="139">
                  <c:v>1.3981692485121641E-3</c:v>
                </c:pt>
                <c:pt idx="140">
                  <c:v>1.677113942689082E-3</c:v>
                </c:pt>
                <c:pt idx="141">
                  <c:v>1.3078546816721397E-3</c:v>
                </c:pt>
                <c:pt idx="142">
                  <c:v>8.7590317729241277E-4</c:v>
                </c:pt>
                <c:pt idx="143">
                  <c:v>1.0859516336924567E-3</c:v>
                </c:pt>
                <c:pt idx="144">
                  <c:v>-1.0594708067753413E-3</c:v>
                </c:pt>
                <c:pt idx="145">
                  <c:v>1.4619629056404093E-3</c:v>
                </c:pt>
                <c:pt idx="146">
                  <c:v>-1.898580551872763E-4</c:v>
                </c:pt>
                <c:pt idx="147">
                  <c:v>-5.3209219774062928E-4</c:v>
                </c:pt>
                <c:pt idx="148">
                  <c:v>-6.8808165597855381E-4</c:v>
                </c:pt>
                <c:pt idx="149">
                  <c:v>4.9698831892422629E-4</c:v>
                </c:pt>
                <c:pt idx="150">
                  <c:v>6.6512955405804183E-4</c:v>
                </c:pt>
                <c:pt idx="151">
                  <c:v>2.605044951345049E-4</c:v>
                </c:pt>
                <c:pt idx="152">
                  <c:v>7.4537820558537315E-4</c:v>
                </c:pt>
                <c:pt idx="153">
                  <c:v>1.0937261019976217E-3</c:v>
                </c:pt>
                <c:pt idx="154">
                  <c:v>-3.7367445278880092E-4</c:v>
                </c:pt>
                <c:pt idx="155">
                  <c:v>9.558911181874654E-4</c:v>
                </c:pt>
                <c:pt idx="156">
                  <c:v>1.0670834307103679E-3</c:v>
                </c:pt>
                <c:pt idx="157">
                  <c:v>9.7215692523549104E-4</c:v>
                </c:pt>
                <c:pt idx="158">
                  <c:v>-1.1150005932580019E-3</c:v>
                </c:pt>
                <c:pt idx="159">
                  <c:v>1.0858247078033856E-3</c:v>
                </c:pt>
                <c:pt idx="160">
                  <c:v>5.5799324658789876E-4</c:v>
                </c:pt>
                <c:pt idx="161">
                  <c:v>-5.2896221747731275E-4</c:v>
                </c:pt>
                <c:pt idx="162">
                  <c:v>4.4732743029789028E-4</c:v>
                </c:pt>
                <c:pt idx="163">
                  <c:v>-1.6354115773391573E-4</c:v>
                </c:pt>
                <c:pt idx="164">
                  <c:v>1.1955740419783442E-3</c:v>
                </c:pt>
                <c:pt idx="165">
                  <c:v>1.4662089472427229E-4</c:v>
                </c:pt>
                <c:pt idx="166">
                  <c:v>8.0489335715252315E-4</c:v>
                </c:pt>
                <c:pt idx="167">
                  <c:v>1.7125258423091052E-4</c:v>
                </c:pt>
                <c:pt idx="168">
                  <c:v>1.2729215837827509E-3</c:v>
                </c:pt>
                <c:pt idx="169">
                  <c:v>-1.7464612632279307E-3</c:v>
                </c:pt>
                <c:pt idx="170">
                  <c:v>1.2235497309026294E-3</c:v>
                </c:pt>
                <c:pt idx="171">
                  <c:v>1.5546536066246212E-3</c:v>
                </c:pt>
                <c:pt idx="172">
                  <c:v>-1.4313490785335952E-3</c:v>
                </c:pt>
                <c:pt idx="173">
                  <c:v>1.1893005735386561E-3</c:v>
                </c:pt>
                <c:pt idx="174">
                  <c:v>1.0391123286216739E-3</c:v>
                </c:pt>
                <c:pt idx="175">
                  <c:v>1.1110848620151403E-3</c:v>
                </c:pt>
                <c:pt idx="176">
                  <c:v>9.595453296175299E-4</c:v>
                </c:pt>
                <c:pt idx="177">
                  <c:v>-4.1189466200311226E-4</c:v>
                </c:pt>
                <c:pt idx="178">
                  <c:v>1.255522705138805E-3</c:v>
                </c:pt>
                <c:pt idx="179">
                  <c:v>9.2460045109100822E-4</c:v>
                </c:pt>
                <c:pt idx="180">
                  <c:v>1.2365260798064377E-3</c:v>
                </c:pt>
                <c:pt idx="181">
                  <c:v>-7.5841429677871955E-4</c:v>
                </c:pt>
                <c:pt idx="182">
                  <c:v>-5.1236061751540969E-5</c:v>
                </c:pt>
                <c:pt idx="183">
                  <c:v>1.5171196888618115E-3</c:v>
                </c:pt>
                <c:pt idx="184">
                  <c:v>1.4303267043052504E-3</c:v>
                </c:pt>
                <c:pt idx="185">
                  <c:v>1.5926390551047973E-3</c:v>
                </c:pt>
                <c:pt idx="186">
                  <c:v>8.8827375347438724E-4</c:v>
                </c:pt>
                <c:pt idx="187">
                  <c:v>-6.9480636649541449E-4</c:v>
                </c:pt>
                <c:pt idx="188">
                  <c:v>1.6883619357207947E-3</c:v>
                </c:pt>
                <c:pt idx="189">
                  <c:v>-1.4532044307461287E-3</c:v>
                </c:pt>
                <c:pt idx="190">
                  <c:v>-5.0925649471840982E-4</c:v>
                </c:pt>
                <c:pt idx="191">
                  <c:v>1.3987899514995999E-3</c:v>
                </c:pt>
                <c:pt idx="192">
                  <c:v>5.8615980534569589E-5</c:v>
                </c:pt>
                <c:pt idx="193">
                  <c:v>4.8694969281545017E-4</c:v>
                </c:pt>
                <c:pt idx="194">
                  <c:v>-6.1481364753493309E-5</c:v>
                </c:pt>
                <c:pt idx="195">
                  <c:v>1.0562263137565964E-3</c:v>
                </c:pt>
                <c:pt idx="196">
                  <c:v>4.9113422154455717E-4</c:v>
                </c:pt>
                <c:pt idx="197">
                  <c:v>-4.9679159601615419E-4</c:v>
                </c:pt>
                <c:pt idx="198">
                  <c:v>7.1128405527637372E-4</c:v>
                </c:pt>
                <c:pt idx="199">
                  <c:v>1.4341887819561052E-3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931-4291-920E-134C7F862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Risco (</a:t>
                </a:r>
                <a:r>
                  <a:rPr lang="el-GR" b="0" i="0" u="none" strike="noStrike">
                    <a:solidFill>
                      <a:srgbClr val="000000"/>
                    </a:solidFill>
                    <a:latin typeface="Arial"/>
                  </a:rPr>
                  <a:t>σ)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5F8C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Retorno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5F8C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D1B4E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2D1B4E"/>
                </a:solidFill>
                <a:latin typeface="Arial"/>
              </a:rPr>
              <a:t>Retorno acumulado normalizado (base 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</c:v>
                </c:pt>
              </c:strCache>
            </c:strRef>
          </c:tx>
          <c:spPr>
            <a:ln w="38100" cap="flat">
              <a:solidFill>
                <a:srgbClr val="F9C7E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C7E0"/>
              </a:solidFill>
              <a:ln w="9525" cap="flat">
                <a:solidFill>
                  <a:srgbClr val="F9C7E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4.5999999999999996</c:v>
                </c:pt>
                <c:pt idx="2">
                  <c:v>1.8</c:v>
                </c:pt>
                <c:pt idx="3">
                  <c:v>2.6</c:v>
                </c:pt>
                <c:pt idx="4">
                  <c:v>4.5</c:v>
                </c:pt>
                <c:pt idx="5">
                  <c:v>5.2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AA-40D1-9993-AF74D80C61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</c:v>
                </c:pt>
              </c:strCache>
            </c:strRef>
          </c:tx>
          <c:spPr>
            <a:ln w="38100" cap="flat">
              <a:solidFill>
                <a:srgbClr val="7C2F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2FC1"/>
              </a:solidFill>
              <a:ln w="9525" cap="flat">
                <a:solidFill>
                  <a:srgbClr val="7C2FC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6.5</c:v>
                </c:pt>
                <c:pt idx="2">
                  <c:v>1.5</c:v>
                </c:pt>
                <c:pt idx="3">
                  <c:v>2</c:v>
                </c:pt>
                <c:pt idx="4">
                  <c:v>3.4</c:v>
                </c:pt>
                <c:pt idx="5">
                  <c:v>3.8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AAA-40D1-9993-AF74D80C61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XRP</c:v>
                </c:pt>
              </c:strCache>
            </c:strRef>
          </c:tx>
          <c:spPr>
            <a:ln w="38100" cap="flat">
              <a:solidFill>
                <a:srgbClr val="C8156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156D"/>
              </a:solidFill>
              <a:ln w="9525" cap="flat">
                <a:solidFill>
                  <a:srgbClr val="C8156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2.8</c:v>
                </c:pt>
                <c:pt idx="2">
                  <c:v>1</c:v>
                </c:pt>
                <c:pt idx="3">
                  <c:v>1.2</c:v>
                </c:pt>
                <c:pt idx="4">
                  <c:v>1.8</c:v>
                </c:pt>
                <c:pt idx="5">
                  <c:v>1.6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AAA-40D1-9993-AF74D80C61B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DASH</c:v>
                </c:pt>
              </c:strCache>
            </c:strRef>
          </c:tx>
          <c:spPr>
            <a:ln w="38100" cap="flat">
              <a:solidFill>
                <a:srgbClr val="5E2D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E2D8A"/>
              </a:solidFill>
              <a:ln w="9525" cap="flat">
                <a:solidFill>
                  <a:srgbClr val="5E2D8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  <c:pt idx="4">
                  <c:v>0.6</c:v>
                </c:pt>
                <c:pt idx="5">
                  <c:v>0.5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5AAA-40D1-9993-AF74D80C61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5F8C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5F8C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D1B4E"/>
                </a:solidFill>
                <a:latin typeface="Arial"/>
              </a:defRPr>
            </a:pPr>
            <a:r>
              <a:rPr lang="pt-BR" sz="1400" b="0" i="0" u="none" strike="noStrike">
                <a:solidFill>
                  <a:srgbClr val="2D1B4E"/>
                </a:solidFill>
                <a:latin typeface="Arial"/>
              </a:rPr>
              <a:t>Métricas no conjunto de teste (sharpe_label)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7C2FC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1B4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KNN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Logistic Reg.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0.82</c:v>
                </c:pt>
                <c:pt idx="2">
                  <c:v>0.89</c:v>
                </c:pt>
                <c:pt idx="3">
                  <c:v>0.74</c:v>
                </c:pt>
                <c:pt idx="4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90-40BE-B841-38DDFE5CB8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8156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1B4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KNN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Logistic Reg.</c:v>
                </c:pt>
                <c:pt idx="4">
                  <c:v>XGBoost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0.76</c:v>
                </c:pt>
                <c:pt idx="1">
                  <c:v>0.81</c:v>
                </c:pt>
                <c:pt idx="2">
                  <c:v>0.88</c:v>
                </c:pt>
                <c:pt idx="3">
                  <c:v>0.73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90-40BE-B841-38DDFE5CB8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2C5C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5F8C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D1B4E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2D1B4E"/>
                </a:solidFill>
                <a:latin typeface="Arial"/>
              </a:rPr>
              <a:t>Erro de previsão por ticker (escala log)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(USD)</c:v>
                </c:pt>
              </c:strCache>
            </c:strRef>
          </c:tx>
          <c:spPr>
            <a:solidFill>
              <a:srgbClr val="7C2FC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</c:v>
                </c:pt>
                <c:pt idx="1">
                  <c:v>ETH</c:v>
                </c:pt>
                <c:pt idx="2">
                  <c:v>XRP</c:v>
                </c:pt>
                <c:pt idx="3">
                  <c:v>DASH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1480</c:v>
                </c:pt>
                <c:pt idx="1">
                  <c:v>95</c:v>
                </c:pt>
                <c:pt idx="2">
                  <c:v>0.05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E0-490E-9253-296777136E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(USD)</c:v>
                </c:pt>
              </c:strCache>
            </c:strRef>
          </c:tx>
          <c:spPr>
            <a:solidFill>
              <a:srgbClr val="C8156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</c:v>
                </c:pt>
                <c:pt idx="1">
                  <c:v>ETH</c:v>
                </c:pt>
                <c:pt idx="2">
                  <c:v>XRP</c:v>
                </c:pt>
                <c:pt idx="3">
                  <c:v>DASH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1860</c:v>
                </c:pt>
                <c:pt idx="1">
                  <c:v>122</c:v>
                </c:pt>
                <c:pt idx="2">
                  <c:v>7.0000000000000007E-2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E0-490E-9253-296777136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C5C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5F8C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11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3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23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0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24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00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gradFill flip="none" rotWithShape="1">
            <a:gsLst>
              <a:gs pos="0">
                <a:srgbClr val="C77CDF"/>
              </a:gs>
              <a:gs pos="24000">
                <a:srgbClr val="7B2CBF"/>
              </a:gs>
              <a:gs pos="100000">
                <a:srgbClr val="3C096C"/>
              </a:gs>
            </a:gsLst>
            <a:lin ang="16200000" scaled="1"/>
            <a:tileRect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9C7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PROJETO FINAL</a:t>
            </a:r>
            <a:endParaRPr lang="en-US" sz="1400">
              <a:solidFill>
                <a:srgbClr val="F9C7E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CryptoPortfolio</a:t>
            </a:r>
            <a:endParaRPr lang="en-US" sz="760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84538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>
                <a:solidFill>
                  <a:srgbClr val="E5C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Machine Learning</a:t>
            </a:r>
            <a:endParaRPr lang="en-US" sz="3000">
              <a:solidFill>
                <a:srgbClr val="E5C7FD"/>
              </a:solidFill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C819BB15-669D-4D12-AFB7-BE04201F3383}"/>
              </a:ext>
            </a:extLst>
          </p:cNvPr>
          <p:cNvSpPr/>
          <p:nvPr/>
        </p:nvSpPr>
        <p:spPr>
          <a:xfrm>
            <a:off x="619225" y="5435328"/>
            <a:ext cx="4389120" cy="1280160"/>
          </a:xfrm>
          <a:prstGeom prst="rect">
            <a:avLst/>
          </a:prstGeom>
          <a:solidFill>
            <a:srgbClr val="3C096C">
              <a:alpha val="60000"/>
            </a:srgb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794760"/>
            <a:ext cx="4114800" cy="0"/>
          </a:xfrm>
          <a:prstGeom prst="line">
            <a:avLst/>
          </a:prstGeom>
          <a:noFill/>
          <a:ln w="38100">
            <a:solidFill>
              <a:srgbClr val="F9C7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 modelagem dimensional ao Machine Learning: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uma </a:t>
            </a:r>
            <a:r>
              <a:rPr lang="en-US" sz="1800" err="1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solução</a:t>
            </a:r>
            <a:r>
              <a:rPr lang="en-US" sz="18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end-to-end de dados para gestão de portfólios cripto.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824965" y="5381366"/>
            <a:ext cx="41833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Erick Cardoso Mendes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Sophia Silva Melo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5C7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Desenvolvimento para Ciência de Dados II</a:t>
            </a:r>
            <a:endParaRPr lang="en-US" sz="1400">
              <a:solidFill>
                <a:srgbClr val="E5C7FD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E5C7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Prof. José Antonio de Paiva Júnior  ·  CEUB · 2026/1</a:t>
            </a:r>
            <a:endParaRPr lang="en-US" sz="1400">
              <a:solidFill>
                <a:srgbClr val="E5C7FD"/>
              </a:solidFill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21A6FDFD-1004-4424-89ED-FE6EE2C09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7773" y="1962174"/>
            <a:ext cx="3665171" cy="3665171"/>
          </a:xfrm>
          <a:prstGeom prst="rect">
            <a:avLst/>
          </a:prstGeom>
          <a:effectLst>
            <a:outerShdw blurRad="50800" dist="38100" dir="2700000" sx="103000" sy="103000" algn="tl" rotWithShape="0">
              <a:schemeClr val="bg1">
                <a:alpha val="20000"/>
              </a:scheme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C1BFF035-8D71-4941-866E-31DF384A7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416" y="143529"/>
            <a:ext cx="1317057" cy="72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38939" y="6251609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PROBLEMA &amp; DOMÍNIO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3600" b="1" err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ser </a:t>
            </a:r>
            <a:r>
              <a:rPr lang="en-US" sz="3600" b="1" err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criptomoedas é arriscado.</a:t>
            </a:r>
            <a:endParaRPr lang="en-US" sz="2200">
              <a:solidFill>
                <a:srgbClr val="7B2CB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304047"/>
            <a:ext cx="59002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Saber quanto colocar em cada ativo é uma decisão complexa: envolve </a:t>
            </a:r>
            <a:r>
              <a:rPr lang="en-US" sz="1600" b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estimar retorno </a:t>
            </a:r>
            <a:r>
              <a:rPr lang="en-US" sz="16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futuro, </a:t>
            </a:r>
            <a:r>
              <a:rPr lang="en-US" sz="1600" b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medir risco</a:t>
            </a:r>
            <a:r>
              <a:rPr lang="en-US" sz="16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entender </a:t>
            </a:r>
            <a:r>
              <a:rPr lang="en-US" sz="1600" b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correlações</a:t>
            </a:r>
            <a:r>
              <a:rPr lang="en-US" sz="16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 equilibrar tudo isso ao longo do tempo.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Construímos uma solução completa que vai da coleta de dados ao Machine Learning, </a:t>
            </a:r>
            <a:r>
              <a:rPr lang="en-US" sz="1400" i="1" err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passando</a:t>
            </a:r>
            <a:r>
              <a:rPr lang="en-US" sz="1400" i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por Data Warehouse, para responder: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411480" cy="411480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⓵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18872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carteira é boa ou ruim?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411480" cy="411480"/>
          </a:xfrm>
          <a:prstGeom prst="ellipse">
            <a:avLst/>
          </a:prstGeom>
          <a:solidFill>
            <a:srgbClr val="7C2FC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⓶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118872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seu retorno esperado?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411480" cy="411480"/>
          </a:xfrm>
          <a:prstGeom prst="ellipse">
            <a:avLst/>
          </a:prstGeom>
          <a:solidFill>
            <a:srgbClr val="5E2D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715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⓷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118872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preço amanhã de cada ativo?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7406640" y="1710891"/>
            <a:ext cx="4297680" cy="4572000"/>
          </a:xfrm>
          <a:prstGeom prst="rect">
            <a:avLst/>
          </a:prstGeom>
          <a:solidFill>
            <a:srgbClr val="3C096C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1710891"/>
            <a:ext cx="4297680" cy="640080"/>
          </a:xfrm>
          <a:prstGeom prst="rect">
            <a:avLst/>
          </a:prstGeom>
          <a:solidFill>
            <a:srgbClr val="C77CD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>
                <a:solidFill>
                  <a:srgbClr val="5B093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O DATASET</a:t>
            </a:r>
            <a:endParaRPr lang="en-US" sz="1600">
              <a:solidFill>
                <a:srgbClr val="5B093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98080" y="2468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>
              <a:solidFill>
                <a:srgbClr val="F9C7E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criptomoedas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869680" y="2468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0">
              <a:solidFill>
                <a:srgbClr val="F9C7E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6968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anos (2020-25)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1014984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6000">
              <a:solidFill>
                <a:srgbClr val="F9C7E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498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carteiras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7406640" y="4023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 ·  ETH  ·  XRP  ·  DASH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8229600" y="4526280"/>
            <a:ext cx="2468880" cy="0"/>
          </a:xfrm>
          <a:prstGeom prst="line">
            <a:avLst/>
          </a:prstGeom>
          <a:noFill/>
          <a:ln w="25400">
            <a:solidFill>
              <a:srgbClr val="C815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Fonte: Yahoo Finance via yfinance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731520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Granularidade diária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731520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34.000 registros totais</a:t>
            </a:r>
            <a:endParaRPr lang="en-US" sz="1300">
              <a:solidFill>
                <a:srgbClr val="F9C7E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pic>
        <p:nvPicPr>
          <p:cNvPr id="40" name="Gráfico 39">
            <a:extLst>
              <a:ext uri="{FF2B5EF4-FFF2-40B4-BE49-F238E27FC236}">
                <a16:creationId xmlns:a16="http://schemas.microsoft.com/office/drawing/2014/main" id="{ACDC9ED9-9835-419B-BD84-691793CF1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70592">
            <a:off x="12600015" y="605494"/>
            <a:ext cx="3665171" cy="3665171"/>
          </a:xfrm>
          <a:prstGeom prst="rect">
            <a:avLst/>
          </a:prstGeom>
          <a:effectLst>
            <a:outerShdw blurRad="50800" dist="38100" dir="2700000" sx="103000" sy="103000" algn="tl" rotWithShape="0">
              <a:schemeClr val="bg1">
                <a:alpha val="2000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9">
            <a:extLst>
              <a:ext uri="{FF2B5EF4-FFF2-40B4-BE49-F238E27FC236}">
                <a16:creationId xmlns:a16="http://schemas.microsoft.com/office/drawing/2014/main" id="{540EA50F-420A-4435-855B-C54E0040070F}"/>
              </a:ext>
            </a:extLst>
          </p:cNvPr>
          <p:cNvSpPr/>
          <p:nvPr/>
        </p:nvSpPr>
        <p:spPr>
          <a:xfrm>
            <a:off x="868680" y="2195322"/>
            <a:ext cx="1828800" cy="790956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end-to-</a:t>
            </a:r>
            <a:r>
              <a:rPr lang="en-US" sz="3600" b="1" err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endv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194560"/>
            <a:ext cx="1828800" cy="210312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3347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Coleta via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yfinance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 rot="5400000">
            <a:off x="274320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94560"/>
            <a:ext cx="1828800" cy="210312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17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315468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10.000 carteiras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 rot="5400000">
            <a:off x="489204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2194560"/>
            <a:ext cx="1828800" cy="210312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insights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sharpe_label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 rot="5400000">
            <a:off x="704088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2194560"/>
            <a:ext cx="1828800" cy="2103120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745236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 Schema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 rot="5400000">
            <a:off x="918972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31" name="Shape 29"/>
          <p:cNvSpPr/>
          <p:nvPr/>
        </p:nvSpPr>
        <p:spPr>
          <a:xfrm>
            <a:off x="9464040" y="2194560"/>
            <a:ext cx="1828800" cy="2103120"/>
          </a:xfrm>
          <a:prstGeom prst="rect">
            <a:avLst/>
          </a:prstGeom>
          <a:solidFill>
            <a:srgbClr val="F9C7E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6404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/>
          </a:p>
        </p:txBody>
      </p:sp>
      <p:sp>
        <p:nvSpPr>
          <p:cNvPr id="33" name="Text 31"/>
          <p:cNvSpPr/>
          <p:nvPr/>
        </p:nvSpPr>
        <p:spPr>
          <a:xfrm>
            <a:off x="94640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960120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modelos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LSTM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etapa entrega um artefato persistente em CSV — independência entre módulos, fácil reproduzir.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EDA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7724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pandas · numpy · matplotlib · seaborn · yfinance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38912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452628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14 · psycopg2 · Star Schema · 2 views analíticas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13816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3816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827532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Scikit-learn · XGBoost · TensorFlow/Keras · ADAM · </a:t>
            </a:r>
            <a:r>
              <a:rPr lang="en-US" sz="1100" err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pytest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4C5B87E-4709-4D07-B1B4-FDB9FD495D12}"/>
              </a:ext>
            </a:extLst>
          </p:cNvPr>
          <p:cNvSpPr/>
          <p:nvPr/>
        </p:nvSpPr>
        <p:spPr>
          <a:xfrm>
            <a:off x="10652760" y="667512"/>
            <a:ext cx="411480" cy="385572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404852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22222E-6 L -0.00013 -0.051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3.95833E-6 -0.060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 Dobrado 5">
            <a:extLst>
              <a:ext uri="{FF2B5EF4-FFF2-40B4-BE49-F238E27FC236}">
                <a16:creationId xmlns:a16="http://schemas.microsoft.com/office/drawing/2014/main" id="{EC6F5660-27D9-49E4-ADDE-D9D4EE3AFD24}"/>
              </a:ext>
            </a:extLst>
          </p:cNvPr>
          <p:cNvSpPr/>
          <p:nvPr/>
        </p:nvSpPr>
        <p:spPr>
          <a:xfrm>
            <a:off x="1717384" y="1812727"/>
            <a:ext cx="9055389" cy="3060735"/>
          </a:xfrm>
          <a:prstGeom prst="foldedCorner">
            <a:avLst/>
          </a:prstGeom>
          <a:solidFill>
            <a:srgbClr val="200539">
              <a:alpha val="58000"/>
            </a:srgbClr>
          </a:solidFill>
          <a:ln>
            <a:solidFill>
              <a:srgbClr val="F9C7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B86363-8814-4A56-A22C-AA04EB323622}"/>
              </a:ext>
            </a:extLst>
          </p:cNvPr>
          <p:cNvSpPr txBox="1"/>
          <p:nvPr/>
        </p:nvSpPr>
        <p:spPr>
          <a:xfrm>
            <a:off x="1768329" y="2140919"/>
            <a:ext cx="84076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yfinance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yf</a:t>
            </a:r>
            <a:endParaRPr lang="pt-BR" sz="1600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inicio 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date(</a:t>
            </a:r>
            <a:r>
              <a:rPr lang="pt-BR" sz="1600" b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600" b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600" b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fim    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date(</a:t>
            </a:r>
            <a:r>
              <a:rPr lang="pt-BR" sz="1600" b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2025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600" b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600" b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btc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yf.Ticker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BTC-USD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i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inicio,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fim,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1d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eth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yf.Ticker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ETH-USD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i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inicio,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fim,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1d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xrp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yf.Ticker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XRP-USD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i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inicio,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fim,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1d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dash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yf.Ticker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DASH-USD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1600" b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i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inicio,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fim, </a:t>
            </a:r>
            <a:r>
              <a:rPr lang="pt-BR" sz="1600" b="0" i="1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pt-BR" sz="1600" b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1d</a:t>
            </a:r>
            <a:r>
              <a:rPr lang="pt-BR" sz="1600" b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pt-BR" sz="16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25DF6B-7AD7-42DD-8838-F28CC44F8D75}"/>
              </a:ext>
            </a:extLst>
          </p:cNvPr>
          <p:cNvSpPr txBox="1"/>
          <p:nvPr/>
        </p:nvSpPr>
        <p:spPr>
          <a:xfrm>
            <a:off x="9969354" y="1812727"/>
            <a:ext cx="108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python</a:t>
            </a:r>
            <a:endParaRPr lang="pt-BR" sz="1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9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9">
            <a:extLst>
              <a:ext uri="{FF2B5EF4-FFF2-40B4-BE49-F238E27FC236}">
                <a16:creationId xmlns:a16="http://schemas.microsoft.com/office/drawing/2014/main" id="{B9206316-60CA-481B-8CE3-80F4FEF67D13}"/>
              </a:ext>
            </a:extLst>
          </p:cNvPr>
          <p:cNvSpPr/>
          <p:nvPr/>
        </p:nvSpPr>
        <p:spPr>
          <a:xfrm>
            <a:off x="3017520" y="2187702"/>
            <a:ext cx="1828800" cy="790956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end-to-end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194560"/>
            <a:ext cx="1828800" cy="210312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Coleta via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yfinance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 rot="5400000">
            <a:off x="274320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93417"/>
            <a:ext cx="1828800" cy="210312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17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315468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10.000 carteiras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 rot="5400000">
            <a:off x="489204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2194560"/>
            <a:ext cx="1828800" cy="210312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insights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sharpe_label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 rot="5400000">
            <a:off x="704088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2194560"/>
            <a:ext cx="1828800" cy="2103120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745236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 Schema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 rot="5400000">
            <a:off x="918972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31" name="Shape 29"/>
          <p:cNvSpPr/>
          <p:nvPr/>
        </p:nvSpPr>
        <p:spPr>
          <a:xfrm>
            <a:off x="9464040" y="2194560"/>
            <a:ext cx="1828800" cy="2103120"/>
          </a:xfrm>
          <a:prstGeom prst="rect">
            <a:avLst/>
          </a:prstGeom>
          <a:solidFill>
            <a:srgbClr val="F9C7E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6404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/>
          </a:p>
        </p:txBody>
      </p:sp>
      <p:sp>
        <p:nvSpPr>
          <p:cNvPr id="33" name="Text 31"/>
          <p:cNvSpPr/>
          <p:nvPr/>
        </p:nvSpPr>
        <p:spPr>
          <a:xfrm>
            <a:off x="94640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960120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modelos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LSTM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etapa entrega um artefato persistente em CSV — independência entre módulos, fácil reproduzir.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EDA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7724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pandas · numpy · matplotlib · seaborn · yfinance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38912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452628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14 · psycopg2 · Star Schema · 2 views analíticas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13816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3816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827532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Scikit-learn · XGBoost · TensorFlow/Keras · ADAM · </a:t>
            </a:r>
            <a:r>
              <a:rPr lang="en-US" sz="1100" err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pytest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4C5B87E-4709-4D07-B1B4-FDB9FD495D12}"/>
              </a:ext>
            </a:extLst>
          </p:cNvPr>
          <p:cNvSpPr/>
          <p:nvPr/>
        </p:nvSpPr>
        <p:spPr>
          <a:xfrm>
            <a:off x="10652760" y="667512"/>
            <a:ext cx="411480" cy="385572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FAF9F3AF-B16D-48D3-B985-974D7259BC7A}"/>
              </a:ext>
            </a:extLst>
          </p:cNvPr>
          <p:cNvSpPr/>
          <p:nvPr/>
        </p:nvSpPr>
        <p:spPr>
          <a:xfrm>
            <a:off x="3028950" y="22814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>
              <a:solidFill>
                <a:srgbClr val="F9C7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6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7 L -0.00013 -0.051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2.5E-6 -0.060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· EDA DAS CARTEIRAS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eficiente de Markowitz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Simulamos 10.000 carteiras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cada simulação, geramos pesos aleatórios para os 4 ativos (somando 1) e calculamos: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02920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017520"/>
            <a:ext cx="73152" cy="50292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Retorno esperado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10896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rₚ = w · μ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502920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657600"/>
            <a:ext cx="73152" cy="50292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Risco (volatilidade)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310896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σₚ = √(wᵀ Σ w)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502920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297680"/>
            <a:ext cx="73152" cy="50292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Índice de Sharpe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1089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rₚ / σₚ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fronteira eficiente é a curva onde, para cada nível de risco, está a carteira de maior retorno possível.</a:t>
            </a:r>
            <a:endParaRPr lang="en-US" sz="120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3806678907"/>
              </p:ext>
            </p:extLst>
          </p:nvPr>
        </p:nvGraphicFramePr>
        <p:xfrm>
          <a:off x="6126480" y="169164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· EDA DO MERCADO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4 ativos se comportam ao longo do tempo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3657829564"/>
              </p:ext>
            </p:extLst>
          </p:nvPr>
        </p:nvGraphicFramePr>
        <p:xfrm>
          <a:off x="64008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Correlação</a:t>
            </a:r>
            <a:endParaRPr lang="en-US" sz="13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240280"/>
          <a:ext cx="4389120" cy="22860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BTC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ETH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XRP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DASH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BTC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1.00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0.83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0.62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0.55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8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ETH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0.83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1.00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0.65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0.58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8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XRP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0.62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0.65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1.00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0.51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8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DASH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0.55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8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0.58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8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0.51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8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1.00</a:t>
                      </a:r>
                      <a:endParaRPr lang="en-US" sz="13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40080" y="5532120"/>
            <a:ext cx="3657600" cy="914400"/>
          </a:xfrm>
          <a:prstGeom prst="rect">
            <a:avLst/>
          </a:prstGeom>
          <a:solidFill>
            <a:srgbClr val="F9C7E0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3C0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+520%</a:t>
            </a:r>
            <a:endParaRPr lang="en-US" sz="2400">
              <a:solidFill>
                <a:srgbClr val="3C096C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822960" y="6035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C096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BTC: maior retorno acumulado</a:t>
            </a:r>
            <a:endParaRPr lang="en-US" sz="1000">
              <a:solidFill>
                <a:srgbClr val="3C096C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434840" y="5532120"/>
            <a:ext cx="3657600" cy="91440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</a:t>
            </a:r>
            <a:endParaRPr lang="en-US" sz="2400"/>
          </a:p>
        </p:txBody>
      </p:sp>
      <p:sp>
        <p:nvSpPr>
          <p:cNvPr id="19" name="Text 15"/>
          <p:cNvSpPr/>
          <p:nvPr/>
        </p:nvSpPr>
        <p:spPr>
          <a:xfrm>
            <a:off x="4617720" y="6035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Maior correlação (BTC ↔ ETH)</a:t>
            </a:r>
            <a:endParaRPr lang="en-US" sz="1000"/>
          </a:p>
        </p:txBody>
      </p:sp>
      <p:sp>
        <p:nvSpPr>
          <p:cNvPr id="20" name="Shape 16"/>
          <p:cNvSpPr/>
          <p:nvPr/>
        </p:nvSpPr>
        <p:spPr>
          <a:xfrm>
            <a:off x="8229600" y="5532120"/>
            <a:ext cx="3657600" cy="91440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0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2400"/>
          </a:p>
        </p:txBody>
      </p:sp>
      <p:sp>
        <p:nvSpPr>
          <p:cNvPr id="22" name="Text 18"/>
          <p:cNvSpPr/>
          <p:nvPr/>
        </p:nvSpPr>
        <p:spPr>
          <a:xfrm>
            <a:off x="8412480" y="6035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DASH: maior perda no período</a:t>
            </a:r>
            <a:endParaRPr lang="en-US" sz="100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64E5C0-41C4-407B-83C1-A8D5DCF5B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0" y="710580"/>
            <a:ext cx="7153275" cy="254697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345DD52-1894-49A0-B16F-05322655D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61" y="4111006"/>
            <a:ext cx="7153275" cy="2529726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C9E5B39E-4183-4580-9BF1-2AAEA2556516}"/>
              </a:ext>
            </a:extLst>
          </p:cNvPr>
          <p:cNvSpPr/>
          <p:nvPr/>
        </p:nvSpPr>
        <p:spPr>
          <a:xfrm>
            <a:off x="2519362" y="167655"/>
            <a:ext cx="715327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</a:t>
            </a:r>
            <a:r>
              <a:rPr lang="en-US" sz="28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</a:t>
            </a:r>
            <a:r>
              <a:rPr lang="en-US" sz="28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</a:t>
            </a:r>
            <a:r>
              <a:rPr lang="en-US" sz="28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28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0) </a:t>
            </a:r>
            <a:endParaRPr lang="en-US" sz="2800">
              <a:solidFill>
                <a:srgbClr val="FDE7F2"/>
              </a:solidFill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8985488E-9A7C-4FC2-ABA2-BF1AB1454F77}"/>
              </a:ext>
            </a:extLst>
          </p:cNvPr>
          <p:cNvSpPr/>
          <p:nvPr/>
        </p:nvSpPr>
        <p:spPr>
          <a:xfrm>
            <a:off x="2519362" y="3529012"/>
            <a:ext cx="715327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r>
              <a:rPr lang="en-US" sz="28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</a:t>
            </a:r>
            <a:r>
              <a:rPr lang="en-US" sz="28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2800" b="1" err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</a:t>
            </a:r>
            <a:endParaRPr lang="en-US" sz="2800">
              <a:solidFill>
                <a:srgbClr val="FDE7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23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9">
            <a:extLst>
              <a:ext uri="{FF2B5EF4-FFF2-40B4-BE49-F238E27FC236}">
                <a16:creationId xmlns:a16="http://schemas.microsoft.com/office/drawing/2014/main" id="{9D7D3C2A-0B6E-4745-A2E3-30B4E96B3E25}"/>
              </a:ext>
            </a:extLst>
          </p:cNvPr>
          <p:cNvSpPr/>
          <p:nvPr/>
        </p:nvSpPr>
        <p:spPr>
          <a:xfrm>
            <a:off x="7315200" y="2195322"/>
            <a:ext cx="1828800" cy="790956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85285E8-CA44-4453-B70B-F52AB3A0B03F}"/>
              </a:ext>
            </a:extLst>
          </p:cNvPr>
          <p:cNvSpPr/>
          <p:nvPr/>
        </p:nvSpPr>
        <p:spPr>
          <a:xfrm>
            <a:off x="5166360" y="2192274"/>
            <a:ext cx="1828800" cy="790956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end-to-end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194560"/>
            <a:ext cx="1828800" cy="210312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Coleta via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yfinance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 rot="5400000">
            <a:off x="274320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94560"/>
            <a:ext cx="1828800" cy="210312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17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315468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10.000 carteiras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 rot="5400000">
            <a:off x="489204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2194560"/>
            <a:ext cx="1828800" cy="210312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insights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sharpe_label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 rot="5400000">
            <a:off x="704088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2194560"/>
            <a:ext cx="1828800" cy="2103120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745236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 Schema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 rot="5400000">
            <a:off x="918972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31" name="Shape 29"/>
          <p:cNvSpPr/>
          <p:nvPr/>
        </p:nvSpPr>
        <p:spPr>
          <a:xfrm>
            <a:off x="9464040" y="2194560"/>
            <a:ext cx="1828800" cy="2103120"/>
          </a:xfrm>
          <a:prstGeom prst="rect">
            <a:avLst/>
          </a:prstGeom>
          <a:solidFill>
            <a:srgbClr val="F9C7E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640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960120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modelos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LSTM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etapa entrega um artefato persistente em CSV — independência entre módulos, fácil reproduzir.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EDA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7724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pandas · numpy · matplotlib · seaborn · yfinance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38912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452628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14 · psycopg2 · Star Schema · 2 views analíticas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13816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3816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827532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Scikit-learn · XGBoost · TensorFlow/Keras · ADAM · </a:t>
            </a:r>
            <a:r>
              <a:rPr lang="en-US" sz="1100" err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pytest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4C5B87E-4709-4D07-B1B4-FDB9FD495D12}"/>
              </a:ext>
            </a:extLst>
          </p:cNvPr>
          <p:cNvSpPr/>
          <p:nvPr/>
        </p:nvSpPr>
        <p:spPr>
          <a:xfrm>
            <a:off x="10652760" y="667512"/>
            <a:ext cx="411480" cy="385572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808CD563-3BD5-4961-9050-6AA76460E12D}"/>
              </a:ext>
            </a:extLst>
          </p:cNvPr>
          <p:cNvSpPr/>
          <p:nvPr/>
        </p:nvSpPr>
        <p:spPr>
          <a:xfrm>
            <a:off x="5174629" y="230229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06DF0246-6F61-4558-91BA-16E9F19B3C07}"/>
              </a:ext>
            </a:extLst>
          </p:cNvPr>
          <p:cNvSpPr/>
          <p:nvPr/>
        </p:nvSpPr>
        <p:spPr>
          <a:xfrm>
            <a:off x="7315200" y="23347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BCD6DC5-A42D-BCFC-7E8D-58EDDBD0FB60}"/>
              </a:ext>
            </a:extLst>
          </p:cNvPr>
          <p:cNvSpPr/>
          <p:nvPr/>
        </p:nvSpPr>
        <p:spPr>
          <a:xfrm>
            <a:off x="9464430" y="2344537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6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220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81481E-6 L -0.00013 -0.05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8.33333E-7 -0.060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· GERAÇÃO DE VALOR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insights que extraímos dos dados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691640"/>
            <a:ext cx="3383280" cy="224028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>
              <a:solidFill>
                <a:srgbClr val="FDE7F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Diversificar reduz risco — mas com retorno decrescente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6868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Pares com correlação &gt; 0,8 (BTC ↔ ETH) trazem pouco benefício de diversificação.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389120" y="1691640"/>
            <a:ext cx="3383280" cy="224028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>
              <a:solidFill>
                <a:srgbClr val="FDE7F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retorno ≠ melhor carteira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61772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carteira de máximo Sharpe não é a de maior retorno bruto — risco importa.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383280" cy="224028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>
              <a:solidFill>
                <a:srgbClr val="FDE7F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6676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padrão de composição vencedor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36676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Carteiras do quartil top (Q4) têm composição sistematicamente diferente do Q1.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2514600" y="4206240"/>
            <a:ext cx="3383280" cy="2240280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4389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>
              <a:solidFill>
                <a:srgbClr val="FDE7F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43200" y="5074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Choques de volatilidade são sistêmicos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2743200" y="5806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Quando o mercado treme, treme tudo junto — diversificação cripto-only não protege.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263640" y="4206240"/>
            <a:ext cx="3383280" cy="2240280"/>
          </a:xfrm>
          <a:prstGeom prst="rect">
            <a:avLst/>
          </a:prstGeom>
          <a:solidFill>
            <a:srgbClr val="F9C7E0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4389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/>
          </a:p>
        </p:txBody>
      </p:sp>
      <p:sp>
        <p:nvSpPr>
          <p:cNvPr id="29" name="Text 27"/>
          <p:cNvSpPr/>
          <p:nvPr/>
        </p:nvSpPr>
        <p:spPr>
          <a:xfrm>
            <a:off x="6492240" y="5074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lidera retorno mas tem caudas mais largas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6492240" y="5806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Maior retorno acumulado, porém maior risco de cauda (eventos extremos).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9">
            <a:extLst>
              <a:ext uri="{FF2B5EF4-FFF2-40B4-BE49-F238E27FC236}">
                <a16:creationId xmlns:a16="http://schemas.microsoft.com/office/drawing/2014/main" id="{0484BFB8-1E36-4524-8ABE-1BA9F78394DE}"/>
              </a:ext>
            </a:extLst>
          </p:cNvPr>
          <p:cNvSpPr/>
          <p:nvPr/>
        </p:nvSpPr>
        <p:spPr>
          <a:xfrm>
            <a:off x="7315200" y="2194941"/>
            <a:ext cx="1828800" cy="790956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end-to-end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194560"/>
            <a:ext cx="1828800" cy="210312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Coleta via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yfinance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 rot="5400000">
            <a:off x="274320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94560"/>
            <a:ext cx="1828800" cy="210312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17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315468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10.000 carteiras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 rot="5400000">
            <a:off x="489204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2194560"/>
            <a:ext cx="1828800" cy="210312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insights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sharpe_label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 rot="5400000">
            <a:off x="704088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2194560"/>
            <a:ext cx="1828800" cy="2103120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745236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 Schema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 rot="5400000">
            <a:off x="918972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31" name="Shape 29"/>
          <p:cNvSpPr/>
          <p:nvPr/>
        </p:nvSpPr>
        <p:spPr>
          <a:xfrm>
            <a:off x="9464040" y="2194560"/>
            <a:ext cx="1828800" cy="2103120"/>
          </a:xfrm>
          <a:prstGeom prst="rect">
            <a:avLst/>
          </a:prstGeom>
          <a:solidFill>
            <a:srgbClr val="F9C7E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6404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/>
          </a:p>
        </p:txBody>
      </p:sp>
      <p:sp>
        <p:nvSpPr>
          <p:cNvPr id="33" name="Text 31"/>
          <p:cNvSpPr/>
          <p:nvPr/>
        </p:nvSpPr>
        <p:spPr>
          <a:xfrm>
            <a:off x="94640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960120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modelos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LSTM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etapa entrega um artefato persistente em CSV — independência entre módulos, fácil reproduzir.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EDA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7724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pandas · numpy · matplotlib · seaborn · yfinance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38912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452628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14 · psycopg2 · Star Schema · 2 views analíticas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13816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3816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827532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Scikit-learn · XGBoost · TensorFlow/Keras · ADAM · </a:t>
            </a:r>
            <a:r>
              <a:rPr lang="en-US" sz="1100" err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pytest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4C5B87E-4709-4D07-B1B4-FDB9FD495D12}"/>
              </a:ext>
            </a:extLst>
          </p:cNvPr>
          <p:cNvSpPr/>
          <p:nvPr/>
        </p:nvSpPr>
        <p:spPr>
          <a:xfrm>
            <a:off x="10652760" y="667512"/>
            <a:ext cx="411480" cy="385572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74417BD5-6EBE-48CD-83A2-50E132001C60}"/>
              </a:ext>
            </a:extLst>
          </p:cNvPr>
          <p:cNvSpPr/>
          <p:nvPr/>
        </p:nvSpPr>
        <p:spPr>
          <a:xfrm>
            <a:off x="7323469" y="2304961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>
              <a:solidFill>
                <a:srgbClr val="F9C7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59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81481E-6 L -0.00013 -0.05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8.33333E-7 -0.060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 · DATA WAREHOUSE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dimensional · Star Schema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3235175"/>
            <a:ext cx="2286000" cy="1005840"/>
          </a:xfrm>
          <a:prstGeom prst="rect">
            <a:avLst/>
          </a:prstGeom>
          <a:solidFill>
            <a:srgbClr val="C8156D"/>
          </a:solidFill>
          <a:ln/>
          <a:effectLst>
            <a:outerShdw blurRad="152400" dist="508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37233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fato_mercado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937760" y="3738095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preços · volume</a:t>
            </a:r>
            <a:endParaRPr lang="en-US" sz="900">
              <a:solidFill>
                <a:srgbClr val="FDE7F2"/>
              </a:solidFill>
            </a:endParaRPr>
          </a:p>
          <a:p>
            <a:pPr marL="0" indent="0" algn="ctr">
              <a:buNone/>
            </a:pPr>
            <a:r>
              <a:rPr lang="en-US" sz="9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retorno · volatilidade</a:t>
            </a:r>
            <a:endParaRPr lang="en-US" sz="900">
              <a:solidFill>
                <a:srgbClr val="FDE7F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66360" y="1589255"/>
            <a:ext cx="1828800" cy="86868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168069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166360" y="200073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calendário 2020-2025</a:t>
            </a:r>
            <a:endParaRPr lang="en-US" sz="900">
              <a:solidFill>
                <a:srgbClr val="FDE7F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71600" y="3326615"/>
            <a:ext cx="1828800" cy="86868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41805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dim_ativo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371600" y="373809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BTC · ETH · XRP · DASH</a:t>
            </a:r>
            <a:endParaRPr lang="en-US" sz="900">
              <a:solidFill>
                <a:srgbClr val="FDE7F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0" y="3326615"/>
            <a:ext cx="1828800" cy="86868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341805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dim_carteira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961120" y="37380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10.000 </a:t>
            </a:r>
            <a:r>
              <a:rPr lang="en-US" sz="900" err="1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carteiras</a:t>
            </a:r>
            <a:endParaRPr lang="en-US" sz="900">
              <a:solidFill>
                <a:srgbClr val="FDE7F2"/>
              </a:solidFill>
            </a:endParaRPr>
          </a:p>
          <a:p>
            <a:pPr marL="0" indent="0" algn="ctr">
              <a:buNone/>
            </a:pPr>
            <a:r>
              <a:rPr lang="en-US" sz="9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pesos por </a:t>
            </a:r>
            <a:r>
              <a:rPr lang="en-US" sz="900" err="1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ativo</a:t>
            </a:r>
            <a:endParaRPr lang="en-US" sz="900">
              <a:solidFill>
                <a:srgbClr val="FDE7F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52160" y="2457935"/>
            <a:ext cx="0" cy="777240"/>
          </a:xfrm>
          <a:prstGeom prst="line">
            <a:avLst/>
          </a:prstGeom>
          <a:noFill/>
          <a:ln w="25400">
            <a:solidFill>
              <a:srgbClr val="F9C7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457935"/>
            <a:ext cx="0" cy="777240"/>
          </a:xfrm>
          <a:prstGeom prst="line">
            <a:avLst/>
          </a:prstGeom>
          <a:noFill/>
          <a:ln w="25400">
            <a:solidFill>
              <a:srgbClr val="F9C7E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954780" y="260423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sk_tempo_pregao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418580" y="260433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sk_tempo_coleta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3200400" y="3760955"/>
            <a:ext cx="1737360" cy="0"/>
          </a:xfrm>
          <a:prstGeom prst="line">
            <a:avLst/>
          </a:prstGeom>
          <a:noFill/>
          <a:ln w="25400">
            <a:solidFill>
              <a:srgbClr val="7C2F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3738095"/>
            <a:ext cx="1737360" cy="0"/>
          </a:xfrm>
          <a:prstGeom prst="line">
            <a:avLst/>
          </a:prstGeom>
          <a:noFill/>
          <a:ln w="25400">
            <a:solidFill>
              <a:srgbClr val="7C2F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20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TÉCNICAS DIMENSIONAIS APLICADAS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914400" y="5486400"/>
            <a:ext cx="164592" cy="164592"/>
          </a:xfrm>
          <a:prstGeom prst="ellipse">
            <a:avLst/>
          </a:prstGeom>
          <a:solidFill>
            <a:srgbClr val="F9C7E0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5440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1188720" y="5760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fato + 3 dimensões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3520440" y="5486400"/>
            <a:ext cx="164592" cy="164592"/>
          </a:xfrm>
          <a:prstGeom prst="ellipse">
            <a:avLst/>
          </a:prstGeom>
          <a:solidFill>
            <a:srgbClr val="F9C7E0"/>
          </a:solidFill>
          <a:ln/>
        </p:spPr>
      </p:sp>
      <p:sp>
        <p:nvSpPr>
          <p:cNvPr id="35" name="Text 33"/>
          <p:cNvSpPr/>
          <p:nvPr/>
        </p:nvSpPr>
        <p:spPr>
          <a:xfrm>
            <a:off x="3794760" y="5440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Desnormalização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3794760" y="5760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atributos achatados nas dimensões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126480" y="5486400"/>
            <a:ext cx="164592" cy="164592"/>
          </a:xfrm>
          <a:prstGeom prst="ellipse">
            <a:avLst/>
          </a:prstGeom>
          <a:solidFill>
            <a:srgbClr val="F9C7E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5440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conformada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6400800" y="5760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dim_tempo compartilhada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8732520" y="5486400"/>
            <a:ext cx="164592" cy="164592"/>
          </a:xfrm>
          <a:prstGeom prst="ellipse">
            <a:avLst/>
          </a:prstGeom>
          <a:solidFill>
            <a:srgbClr val="F9C7E0"/>
          </a:solidFill>
          <a:ln/>
        </p:spPr>
      </p:sp>
      <p:sp>
        <p:nvSpPr>
          <p:cNvPr id="41" name="Text 39"/>
          <p:cNvSpPr/>
          <p:nvPr/>
        </p:nvSpPr>
        <p:spPr>
          <a:xfrm>
            <a:off x="9006840" y="5440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9006840" y="5760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duas FKs para a mesma dimensão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 · DATA WAREHOUSE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views analíticas para responder a pergunta certa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2FC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691640"/>
            <a:ext cx="5486400" cy="82296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1</a:t>
            </a:r>
            <a:endParaRPr lang="en-US" sz="1100">
              <a:solidFill>
                <a:srgbClr val="FDE7F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vw_desempenho_mensal_ativo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Pergunta de negócio: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sazonalidade de cada ativo?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2FC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Métricas: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Retorno médio diário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Volatilidade mensal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Preço máximo / mínimo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Dias negociados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91440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Agrupamento: ano · mês · ticker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Caso de uso:  análise de ciclos e momentum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56D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691640"/>
            <a:ext cx="5486400" cy="82296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2</a:t>
            </a:r>
            <a:endParaRPr lang="en-US" sz="1100">
              <a:solidFill>
                <a:srgbClr val="FDE7F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vw_ranking_carteiras_trimestre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658368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2FC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Pergunta de negócio: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58368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composições venceram em cada trimestre?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6583680" y="36118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Métricas: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Sharpe realizado por carteira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Composição completa (4 pesos %)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Ranking dentro do trimestre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Quartil de Sharpe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658368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F5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function:  RANK() OVER (PARTITION BY trimestre)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58368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Caso de uso: identificar padrões de alocação vencedora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end-to-end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194560"/>
            <a:ext cx="1828800" cy="2103120"/>
          </a:xfrm>
          <a:prstGeom prst="rect">
            <a:avLst/>
          </a:prstGeom>
          <a:solidFill>
            <a:srgbClr val="2D1B4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Coleta via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yfinance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 rot="5400000">
            <a:off x="274320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94560"/>
            <a:ext cx="1828800" cy="2103120"/>
          </a:xfrm>
          <a:prstGeom prst="rect">
            <a:avLst/>
          </a:prstGeom>
          <a:solidFill>
            <a:srgbClr val="5E2D8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17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315468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10.000 carteiras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 rot="5400000">
            <a:off x="489204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2194560"/>
            <a:ext cx="1828800" cy="2103120"/>
          </a:xfrm>
          <a:prstGeom prst="rect">
            <a:avLst/>
          </a:prstGeom>
          <a:solidFill>
            <a:srgbClr val="7C2FC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insights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sharpe_label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 rot="5400000">
            <a:off x="704088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2194560"/>
            <a:ext cx="1828800" cy="2103120"/>
          </a:xfrm>
          <a:prstGeom prst="rect">
            <a:avLst/>
          </a:prstGeom>
          <a:solidFill>
            <a:srgbClr val="C8156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>
              <a:solidFill>
                <a:srgbClr val="F9C7E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745236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 Schema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 rot="5400000">
            <a:off x="9189720" y="3108960"/>
            <a:ext cx="228600" cy="274320"/>
          </a:xfrm>
          <a:prstGeom prst="rtTriangle">
            <a:avLst/>
          </a:prstGeom>
          <a:solidFill>
            <a:srgbClr val="7C2FC1"/>
          </a:solidFill>
          <a:ln/>
        </p:spPr>
      </p:sp>
      <p:sp>
        <p:nvSpPr>
          <p:cNvPr id="31" name="Shape 29"/>
          <p:cNvSpPr/>
          <p:nvPr/>
        </p:nvSpPr>
        <p:spPr>
          <a:xfrm>
            <a:off x="9464040" y="2194560"/>
            <a:ext cx="1828800" cy="2103120"/>
          </a:xfrm>
          <a:prstGeom prst="rect">
            <a:avLst/>
          </a:prstGeom>
          <a:solidFill>
            <a:srgbClr val="F9C7E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6404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/>
          </a:p>
        </p:txBody>
      </p:sp>
      <p:sp>
        <p:nvSpPr>
          <p:cNvPr id="33" name="Text 31"/>
          <p:cNvSpPr/>
          <p:nvPr/>
        </p:nvSpPr>
        <p:spPr>
          <a:xfrm>
            <a:off x="94640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960120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modelos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LSTM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etapa entrega um artefato persistente em CSV — independência entre módulos, fácil reproduzir.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EDA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7724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pandas · numpy · matplotlib · seaborn · yfinance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38912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452628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14 · psycopg2 · Star Schema · 2 views analíticas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138160" y="5440680"/>
            <a:ext cx="3383280" cy="105156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38160" y="5440680"/>
            <a:ext cx="3383280" cy="73152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8275320" y="5897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Scikit-learn · XGBoost · TensorFlow/Keras · ADAM · </a:t>
            </a:r>
            <a:r>
              <a:rPr lang="en-US" sz="1100" err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pytest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4C5B87E-4709-4D07-B1B4-FDB9FD495D12}"/>
              </a:ext>
            </a:extLst>
          </p:cNvPr>
          <p:cNvSpPr/>
          <p:nvPr/>
        </p:nvSpPr>
        <p:spPr>
          <a:xfrm>
            <a:off x="10652760" y="667512"/>
            <a:ext cx="411480" cy="385572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F2F27D42-D1B4-48F4-EDDD-6C96789C54D2}"/>
              </a:ext>
            </a:extLst>
          </p:cNvPr>
          <p:cNvSpPr/>
          <p:nvPr/>
        </p:nvSpPr>
        <p:spPr>
          <a:xfrm>
            <a:off x="7315200" y="23347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>
              <a:solidFill>
                <a:srgbClr val="F9C7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3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ESTRATÉGIA DE MODELAGEM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problemas de Machine Learning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691640"/>
            <a:ext cx="33832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691640"/>
            <a:ext cx="3383280" cy="128016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874520"/>
            <a:ext cx="914400" cy="914400"/>
          </a:xfrm>
          <a:prstGeom prst="ellipse">
            <a:avLst/>
          </a:prstGeom>
          <a:solidFill>
            <a:srgbClr val="F9C7E0">
              <a:alpha val="70000"/>
            </a:srgbClr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5740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9659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CLASSIFICAÇÃO</a:t>
            </a:r>
            <a:endParaRPr lang="en-US" sz="1000">
              <a:solidFill>
                <a:srgbClr val="FDE7F2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96596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carteira é boa ou ruim?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91440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Target:</a:t>
            </a:r>
            <a:endParaRPr lang="en-US" sz="1000"/>
          </a:p>
        </p:txBody>
      </p:sp>
      <p:sp>
        <p:nvSpPr>
          <p:cNvPr id="18" name="Text 15"/>
          <p:cNvSpPr/>
          <p:nvPr/>
        </p:nvSpPr>
        <p:spPr>
          <a:xfrm>
            <a:off x="9144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sharpe_label  (0/1)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91440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Modelos: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914400" y="411480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Tree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Forest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Logistic Regression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(fine-tuning)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389120" y="1691640"/>
            <a:ext cx="33832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89120" y="1691640"/>
            <a:ext cx="3383280" cy="128016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23" name="Shape 20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rgbClr val="F9C7E0">
              <a:alpha val="70000"/>
            </a:srgbClr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57400"/>
            <a:ext cx="548640" cy="548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7150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REGRESSÃO</a:t>
            </a:r>
            <a:endParaRPr lang="en-US" sz="1000">
              <a:solidFill>
                <a:srgbClr val="FDE7F2"/>
              </a:solidFill>
            </a:endParaRPr>
          </a:p>
        </p:txBody>
      </p:sp>
      <p:sp>
        <p:nvSpPr>
          <p:cNvPr id="26" name="Text 22"/>
          <p:cNvSpPr/>
          <p:nvPr/>
        </p:nvSpPr>
        <p:spPr>
          <a:xfrm>
            <a:off x="571500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retorno esperado?</a:t>
            </a:r>
            <a:endParaRPr lang="en-US" sz="1600"/>
          </a:p>
        </p:txBody>
      </p:sp>
      <p:sp>
        <p:nvSpPr>
          <p:cNvPr id="27" name="Text 23"/>
          <p:cNvSpPr/>
          <p:nvPr/>
        </p:nvSpPr>
        <p:spPr>
          <a:xfrm>
            <a:off x="466344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Target:</a:t>
            </a:r>
            <a:endParaRPr lang="en-US" sz="1000"/>
          </a:p>
        </p:txBody>
      </p:sp>
      <p:sp>
        <p:nvSpPr>
          <p:cNvPr id="28" name="Text 24"/>
          <p:cNvSpPr/>
          <p:nvPr/>
        </p:nvSpPr>
        <p:spPr>
          <a:xfrm>
            <a:off x="46634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Retornos  (float)</a:t>
            </a:r>
            <a:endParaRPr lang="en-US" sz="1300"/>
          </a:p>
        </p:txBody>
      </p:sp>
      <p:sp>
        <p:nvSpPr>
          <p:cNvPr id="29" name="Text 25"/>
          <p:cNvSpPr/>
          <p:nvPr/>
        </p:nvSpPr>
        <p:spPr>
          <a:xfrm>
            <a:off x="466344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Modelos:</a:t>
            </a:r>
            <a:endParaRPr lang="en-US" sz="1000"/>
          </a:p>
        </p:txBody>
      </p:sp>
      <p:sp>
        <p:nvSpPr>
          <p:cNvPr id="30" name="Text 26"/>
          <p:cNvSpPr/>
          <p:nvPr/>
        </p:nvSpPr>
        <p:spPr>
          <a:xfrm>
            <a:off x="4663440" y="411480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Regression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Regressor (fine-tuning)</a:t>
            </a:r>
            <a:endParaRPr lang="en-US" sz="1200"/>
          </a:p>
        </p:txBody>
      </p:sp>
      <p:sp>
        <p:nvSpPr>
          <p:cNvPr id="31" name="Shape 27"/>
          <p:cNvSpPr/>
          <p:nvPr/>
        </p:nvSpPr>
        <p:spPr>
          <a:xfrm>
            <a:off x="8138160" y="1691640"/>
            <a:ext cx="33832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138160" y="1691640"/>
            <a:ext cx="3383280" cy="1280160"/>
          </a:xfrm>
          <a:prstGeom prst="rect">
            <a:avLst/>
          </a:prstGeom>
          <a:solidFill>
            <a:srgbClr val="7C2FC1"/>
          </a:solidFill>
          <a:ln/>
        </p:spPr>
      </p:sp>
      <p:sp>
        <p:nvSpPr>
          <p:cNvPr id="33" name="Shape 29"/>
          <p:cNvSpPr/>
          <p:nvPr/>
        </p:nvSpPr>
        <p:spPr>
          <a:xfrm>
            <a:off x="8412480" y="1874520"/>
            <a:ext cx="914400" cy="914400"/>
          </a:xfrm>
          <a:prstGeom prst="ellipse">
            <a:avLst/>
          </a:prstGeom>
          <a:solidFill>
            <a:srgbClr val="F9C7E0">
              <a:alpha val="70000"/>
            </a:srgbClr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057400"/>
            <a:ext cx="548640" cy="54864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4640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SÉRIE TEMPORAL</a:t>
            </a:r>
            <a:endParaRPr lang="en-US" sz="1000">
              <a:solidFill>
                <a:srgbClr val="FDE7F2"/>
              </a:solidFill>
            </a:endParaRPr>
          </a:p>
        </p:txBody>
      </p:sp>
      <p:sp>
        <p:nvSpPr>
          <p:cNvPr id="36" name="Text 31"/>
          <p:cNvSpPr/>
          <p:nvPr/>
        </p:nvSpPr>
        <p:spPr>
          <a:xfrm>
            <a:off x="946404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preço amanhã?</a:t>
            </a:r>
            <a:endParaRPr lang="en-US" sz="1600"/>
          </a:p>
        </p:txBody>
      </p:sp>
      <p:sp>
        <p:nvSpPr>
          <p:cNvPr id="37" name="Text 32"/>
          <p:cNvSpPr/>
          <p:nvPr/>
        </p:nvSpPr>
        <p:spPr>
          <a:xfrm>
            <a:off x="841248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Target:</a:t>
            </a:r>
            <a:endParaRPr lang="en-US" sz="1000"/>
          </a:p>
        </p:txBody>
      </p:sp>
      <p:sp>
        <p:nvSpPr>
          <p:cNvPr id="38" name="Text 33"/>
          <p:cNvSpPr/>
          <p:nvPr/>
        </p:nvSpPr>
        <p:spPr>
          <a:xfrm>
            <a:off x="841248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 ($USD)</a:t>
            </a:r>
            <a:endParaRPr lang="en-US" sz="1300"/>
          </a:p>
        </p:txBody>
      </p:sp>
      <p:sp>
        <p:nvSpPr>
          <p:cNvPr id="39" name="Text 34"/>
          <p:cNvSpPr/>
          <p:nvPr/>
        </p:nvSpPr>
        <p:spPr>
          <a:xfrm>
            <a:off x="841248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Modelos:</a:t>
            </a:r>
            <a:endParaRPr lang="en-US" sz="1000"/>
          </a:p>
        </p:txBody>
      </p:sp>
      <p:sp>
        <p:nvSpPr>
          <p:cNvPr id="40" name="Text 35"/>
          <p:cNvSpPr/>
          <p:nvPr/>
        </p:nvSpPr>
        <p:spPr>
          <a:xfrm>
            <a:off x="8412480" y="411480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LSTM 1-camada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modelo por ticker (BTC, ETH, XRP, DASH)</a:t>
            </a:r>
            <a:endParaRPr lang="en-US" sz="1200"/>
          </a:p>
        </p:txBody>
      </p:sp>
      <p:sp>
        <p:nvSpPr>
          <p:cNvPr id="41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RESULTADOS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dos modelos de classificação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graphicFrame>
        <p:nvGraphicFramePr>
          <p:cNvPr id="11" name="Chart 0"/>
          <p:cNvGraphicFramePr/>
          <p:nvPr/>
        </p:nvGraphicFramePr>
        <p:xfrm>
          <a:off x="640080" y="169164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3840" y="1691640"/>
            <a:ext cx="3749040" cy="4572000"/>
          </a:xfrm>
          <a:prstGeom prst="rect">
            <a:avLst/>
          </a:prstGeom>
          <a:solidFill>
            <a:srgbClr val="2D1B4E"/>
          </a:solidFill>
          <a:ln/>
          <a:effectLst>
            <a:outerShdw blurRad="127000" dist="508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VENCEDOR</a:t>
            </a:r>
            <a:endParaRPr lang="en-US" sz="1200">
              <a:solidFill>
                <a:srgbClr val="FDE7F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86384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3200"/>
          </a:p>
        </p:txBody>
      </p:sp>
      <p:sp>
        <p:nvSpPr>
          <p:cNvPr id="15" name="Text 12"/>
          <p:cNvSpPr/>
          <p:nvPr/>
        </p:nvSpPr>
        <p:spPr>
          <a:xfrm>
            <a:off x="786384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(com fine-tuning)</a:t>
            </a:r>
            <a:endParaRPr lang="en-US" sz="1200">
              <a:solidFill>
                <a:srgbClr val="FDE7F2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>
                <a:solidFill>
                  <a:srgbClr val="F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</a:t>
            </a:r>
            <a:endParaRPr lang="en-US" sz="7000">
              <a:solidFill>
                <a:srgbClr val="FDE7F2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F1-SCORE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8503920" y="4709160"/>
            <a:ext cx="2468880" cy="0"/>
          </a:xfrm>
          <a:prstGeom prst="line">
            <a:avLst/>
          </a:prstGeom>
          <a:noFill/>
          <a:ln w="19050">
            <a:solidFill>
              <a:srgbClr val="F9C7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DE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Vantagens:</a:t>
            </a:r>
            <a:endParaRPr lang="en-US" sz="1100">
              <a:solidFill>
                <a:srgbClr val="FDE7F2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46720" y="5166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Captura interações não-lineares entre os pesos</a:t>
            </a:r>
            <a:endParaRPr lang="en-US" sz="10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FAF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GridSearchCV em 5 hiperparâmetros (108 combinações)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RESULTADOS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err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problema é estruturalmente linear,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>
                <a:solidFill>
                  <a:srgbClr val="C81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simples vencem.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retorno esperado de uma carteira é uma combinação linear dos pesos: rₚ = w · μ. Por isso, esperávamos que a regressão linear fosse imbatível neste problema:</a:t>
            </a:r>
            <a:endParaRPr lang="en-US" sz="130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5486400" cy="1234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Modelo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R²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MAE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RMSE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D1B4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Regressão Linear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156D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0,9998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D2C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1.4e-5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D2C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1.9e-5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D2C5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XGBoost (tuned)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D2C5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0,9981</a:t>
                      </a:r>
                      <a:endParaRPr lang="en-US" sz="120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D2C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5.1e-5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D2C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7.3e-5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Valores aproximados, em escala de retorno diário</a:t>
            </a:r>
            <a:endParaRPr lang="en-US" sz="900"/>
          </a:p>
        </p:txBody>
      </p:sp>
      <p:sp>
        <p:nvSpPr>
          <p:cNvPr id="16" name="Shape 13"/>
          <p:cNvSpPr/>
          <p:nvPr/>
        </p:nvSpPr>
        <p:spPr>
          <a:xfrm>
            <a:off x="6766560" y="1691640"/>
            <a:ext cx="4846320" cy="4572000"/>
          </a:xfrm>
          <a:prstGeom prst="rect">
            <a:avLst/>
          </a:prstGeom>
          <a:solidFill>
            <a:srgbClr val="FDE7F2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 TÉCNICO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7040880" y="22860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sempre que IA mais complexa = melhor IA.</a:t>
            </a:r>
            <a:endParaRPr lang="en-US" sz="2200"/>
          </a:p>
        </p:txBody>
      </p:sp>
      <p:sp>
        <p:nvSpPr>
          <p:cNvPr id="19" name="Shape 16"/>
          <p:cNvSpPr/>
          <p:nvPr/>
        </p:nvSpPr>
        <p:spPr>
          <a:xfrm>
            <a:off x="7040880" y="3520440"/>
            <a:ext cx="4206240" cy="0"/>
          </a:xfrm>
          <a:prstGeom prst="line">
            <a:avLst/>
          </a:prstGeom>
          <a:noFill/>
          <a:ln w="25400">
            <a:solidFill>
              <a:srgbClr val="2D1B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3703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Como a relação peso → retorno é exata e linear, a regressão linear chegou a R² ≈ 1, com MAE e RMSE menores que XGBoost.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7040880" y="5166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Lição: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7040880" y="5486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D1B4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escolher o modelo certo para a estrutura do problema é mais importante que escolher o modelo mais novo.</a:t>
            </a:r>
            <a:endParaRPr lang="en-US" sz="120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DIFERENCIAL TÉCNICO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prevendo o preço de amanhã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5029200" cy="64008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20040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B6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(90 dias, 1)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108960" y="2834640"/>
            <a:ext cx="91440" cy="64008"/>
          </a:xfrm>
          <a:prstGeom prst="rect">
            <a:avLst/>
          </a:prstGeom>
          <a:solidFill>
            <a:srgbClr val="7C2FC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971800"/>
            <a:ext cx="5029200" cy="640080"/>
          </a:xfrm>
          <a:prstGeom prst="rect">
            <a:avLst/>
          </a:prstGeom>
          <a:solidFill>
            <a:srgbClr val="7C2FC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200400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B6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unidades · 1 camada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108960" y="3611880"/>
            <a:ext cx="91440" cy="64008"/>
          </a:xfrm>
          <a:prstGeom prst="rect">
            <a:avLst/>
          </a:prstGeom>
          <a:solidFill>
            <a:srgbClr val="7C2FC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749040"/>
            <a:ext cx="5029200" cy="64008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13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3200400" y="3913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B6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0,2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108960" y="4389120"/>
            <a:ext cx="91440" cy="64008"/>
          </a:xfrm>
          <a:prstGeom prst="rect">
            <a:avLst/>
          </a:prstGeom>
          <a:solidFill>
            <a:srgbClr val="7C2FC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526280"/>
            <a:ext cx="5029200" cy="640080"/>
          </a:xfrm>
          <a:prstGeom prst="rect">
            <a:avLst/>
          </a:prstGeom>
          <a:solidFill>
            <a:srgbClr val="F9C7E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90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3200400" y="4690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2D1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neurônio · linear</a:t>
            </a:r>
            <a:endParaRPr lang="en-US" sz="1200"/>
          </a:p>
        </p:txBody>
      </p:sp>
      <p:graphicFrame>
        <p:nvGraphicFramePr>
          <p:cNvPr id="27" name="Chart 0"/>
          <p:cNvGraphicFramePr/>
          <p:nvPr/>
        </p:nvGraphicFramePr>
        <p:xfrm>
          <a:off x="6400800" y="1691640"/>
          <a:ext cx="52120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640080" y="5623560"/>
            <a:ext cx="2514600" cy="8686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9" name="Shape 26"/>
          <p:cNvSpPr/>
          <p:nvPr/>
        </p:nvSpPr>
        <p:spPr>
          <a:xfrm>
            <a:off x="640080" y="5623560"/>
            <a:ext cx="2514600" cy="64008"/>
          </a:xfrm>
          <a:prstGeom prst="rect">
            <a:avLst/>
          </a:prstGeom>
          <a:solidFill>
            <a:srgbClr val="F9C7E0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5760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look-back = 90 dias</a:t>
            </a:r>
            <a:endParaRPr lang="en-US" sz="1300"/>
          </a:p>
        </p:txBody>
      </p:sp>
      <p:sp>
        <p:nvSpPr>
          <p:cNvPr id="31" name="Text 28"/>
          <p:cNvSpPr/>
          <p:nvPr/>
        </p:nvSpPr>
        <p:spPr>
          <a:xfrm>
            <a:off x="822960" y="6080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captura ciclos sazonais</a:t>
            </a:r>
            <a:endParaRPr lang="en-US" sz="1000"/>
          </a:p>
        </p:txBody>
      </p:sp>
      <p:sp>
        <p:nvSpPr>
          <p:cNvPr id="32" name="Shape 29"/>
          <p:cNvSpPr/>
          <p:nvPr/>
        </p:nvSpPr>
        <p:spPr>
          <a:xfrm>
            <a:off x="3429000" y="5623560"/>
            <a:ext cx="2514600" cy="8686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3" name="Shape 30"/>
          <p:cNvSpPr/>
          <p:nvPr/>
        </p:nvSpPr>
        <p:spPr>
          <a:xfrm>
            <a:off x="3429000" y="5623560"/>
            <a:ext cx="2514600" cy="64008"/>
          </a:xfrm>
          <a:prstGeom prst="rect">
            <a:avLst/>
          </a:prstGeom>
          <a:solidFill>
            <a:srgbClr val="F9C7E0"/>
          </a:solidFill>
          <a:ln/>
        </p:spPr>
      </p:sp>
      <p:sp>
        <p:nvSpPr>
          <p:cNvPr id="34" name="Text 31"/>
          <p:cNvSpPr/>
          <p:nvPr/>
        </p:nvSpPr>
        <p:spPr>
          <a:xfrm>
            <a:off x="3611880" y="5760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MSE</a:t>
            </a:r>
            <a:endParaRPr lang="en-US" sz="1300"/>
          </a:p>
        </p:txBody>
      </p:sp>
      <p:sp>
        <p:nvSpPr>
          <p:cNvPr id="35" name="Text 32"/>
          <p:cNvSpPr/>
          <p:nvPr/>
        </p:nvSpPr>
        <p:spPr>
          <a:xfrm>
            <a:off x="3611880" y="6080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RMSE/MAE em USD</a:t>
            </a:r>
            <a:endParaRPr lang="en-US" sz="1000"/>
          </a:p>
        </p:txBody>
      </p:sp>
      <p:sp>
        <p:nvSpPr>
          <p:cNvPr id="36" name="Shape 33"/>
          <p:cNvSpPr/>
          <p:nvPr/>
        </p:nvSpPr>
        <p:spPr>
          <a:xfrm>
            <a:off x="6217920" y="5623560"/>
            <a:ext cx="2514600" cy="8686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7" name="Shape 34"/>
          <p:cNvSpPr/>
          <p:nvPr/>
        </p:nvSpPr>
        <p:spPr>
          <a:xfrm>
            <a:off x="6217920" y="5623560"/>
            <a:ext cx="2514600" cy="64008"/>
          </a:xfrm>
          <a:prstGeom prst="rect">
            <a:avLst/>
          </a:prstGeom>
          <a:solidFill>
            <a:srgbClr val="F9C7E0"/>
          </a:solidFill>
          <a:ln/>
        </p:spPr>
      </p:sp>
      <p:sp>
        <p:nvSpPr>
          <p:cNvPr id="38" name="Text 35"/>
          <p:cNvSpPr/>
          <p:nvPr/>
        </p:nvSpPr>
        <p:spPr>
          <a:xfrm>
            <a:off x="6400800" y="5760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300"/>
          </a:p>
        </p:txBody>
      </p:sp>
      <p:sp>
        <p:nvSpPr>
          <p:cNvPr id="39" name="Text 36"/>
          <p:cNvSpPr/>
          <p:nvPr/>
        </p:nvSpPr>
        <p:spPr>
          <a:xfrm>
            <a:off x="6400800" y="6080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patience = 15</a:t>
            </a:r>
            <a:endParaRPr lang="en-US" sz="1000"/>
          </a:p>
        </p:txBody>
      </p:sp>
      <p:sp>
        <p:nvSpPr>
          <p:cNvPr id="40" name="Shape 37"/>
          <p:cNvSpPr/>
          <p:nvPr/>
        </p:nvSpPr>
        <p:spPr>
          <a:xfrm>
            <a:off x="9006840" y="5623560"/>
            <a:ext cx="2514600" cy="8686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1" name="Shape 38"/>
          <p:cNvSpPr/>
          <p:nvPr/>
        </p:nvSpPr>
        <p:spPr>
          <a:xfrm>
            <a:off x="9006840" y="5623560"/>
            <a:ext cx="2514600" cy="64008"/>
          </a:xfrm>
          <a:prstGeom prst="rect">
            <a:avLst/>
          </a:prstGeom>
          <a:solidFill>
            <a:srgbClr val="F9C7E0"/>
          </a:solidFill>
          <a:ln/>
        </p:spPr>
      </p:sp>
      <p:sp>
        <p:nvSpPr>
          <p:cNvPr id="42" name="Text 39"/>
          <p:cNvSpPr/>
          <p:nvPr/>
        </p:nvSpPr>
        <p:spPr>
          <a:xfrm>
            <a:off x="9189720" y="5760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</a:t>
            </a:r>
            <a:endParaRPr lang="en-US" sz="1300"/>
          </a:p>
        </p:txBody>
      </p:sp>
      <p:sp>
        <p:nvSpPr>
          <p:cNvPr id="43" name="Text 40"/>
          <p:cNvSpPr/>
          <p:nvPr/>
        </p:nvSpPr>
        <p:spPr>
          <a:xfrm>
            <a:off x="9189720" y="6080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evita overfit</a:t>
            </a:r>
            <a:endParaRPr lang="en-US" sz="1000"/>
          </a:p>
        </p:txBody>
      </p:sp>
      <p:sp>
        <p:nvSpPr>
          <p:cNvPr id="44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ENGENHARIA DE ML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modular profissional · padrão da indústria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91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Construímos um pacote Python completo, reutilizável e </a:t>
            </a:r>
            <a:r>
              <a:rPr lang="en-US" sz="1400" err="1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testado</a:t>
            </a:r>
            <a:r>
              <a:rPr lang="en-US" sz="14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com: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60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módulos especializados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05840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data, features, models, evaluation, visualization, inference, analysis, utils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configs em YAML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hiperparâmetros versionados separados do código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40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 automatizados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005840" y="4133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 comando, modelo treinado e métricas salvas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731520" y="452628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com pytest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00584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validação de carga, fit, predict, persistência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731520" y="516636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120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1005840" y="5413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make install · train-all · test · clean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6400800" y="1691640"/>
            <a:ext cx="5212080" cy="484632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machine_learning/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6583680" y="21945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notebooks/         3 notebooks de desenvolvimento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data/            loader · preprocessor · splitter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features/        portfolio · timeseries (sliding)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          base · classifiers · regressors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· xgboost · lstm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evaluation/      classif · regr · comparator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visualization/   plots por tipo de modelo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inference/       PortfolioPredictor · PricePredictor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analysis/        feature importance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A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utils/           config · logger · persistence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configs/           4 YAMLs de hiperparâmetros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pipelines/         4 scripts: train_*.py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outputs/           models · figures · reports · logs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             pytest smoke tests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Makefile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BC0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11480" cy="4114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"/>
            <a:ext cx="365760" cy="36576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0"/>
            <a:ext cx="457200" cy="45720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6217920"/>
            <a:ext cx="320040" cy="32004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2880"/>
            <a:ext cx="274320" cy="27432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0" y="3657600"/>
            <a:ext cx="182880" cy="182880"/>
          </a:xfrm>
          <a:prstGeom prst="ellipse">
            <a:avLst/>
          </a:prstGeom>
          <a:solidFill>
            <a:srgbClr val="B68FE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C815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 · ENCERRAMENTO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e próximos passos</a:t>
            </a:r>
            <a:endParaRPr lang="en-US" sz="3600"/>
          </a:p>
        </p:txBody>
      </p:sp>
      <p:sp>
        <p:nvSpPr>
          <p:cNvPr id="10" name="Shape 8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C8156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691640"/>
            <a:ext cx="5257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691640"/>
            <a:ext cx="164592" cy="224028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057400"/>
            <a:ext cx="777240" cy="777240"/>
          </a:xfrm>
          <a:prstGeom prst="ellipse">
            <a:avLst/>
          </a:prstGeom>
          <a:solidFill>
            <a:srgbClr val="2D1B4E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9456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0312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modelo depende do problema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2103120" y="283464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dominou na classificação. Regressão Linear venceu na regressão. LSTM foi o único capaz de modelar a série temporal.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6263640" y="1691640"/>
            <a:ext cx="5257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1691640"/>
            <a:ext cx="164592" cy="2240280"/>
          </a:xfrm>
          <a:prstGeom prst="rect">
            <a:avLst/>
          </a:prstGeom>
          <a:solidFill>
            <a:srgbClr val="5E2D8A"/>
          </a:solidFill>
          <a:ln/>
        </p:spPr>
      </p:sp>
      <p:sp>
        <p:nvSpPr>
          <p:cNvPr id="19" name="Shape 16"/>
          <p:cNvSpPr/>
          <p:nvPr/>
        </p:nvSpPr>
        <p:spPr>
          <a:xfrm>
            <a:off x="6720840" y="2057400"/>
            <a:ext cx="777240" cy="777240"/>
          </a:xfrm>
          <a:prstGeom prst="ellipse">
            <a:avLst/>
          </a:prstGeom>
          <a:solidFill>
            <a:srgbClr val="5E2D8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9456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72668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tem limite</a:t>
            </a:r>
            <a:endParaRPr lang="en-US" sz="1600"/>
          </a:p>
        </p:txBody>
      </p:sp>
      <p:sp>
        <p:nvSpPr>
          <p:cNvPr id="22" name="Text 18"/>
          <p:cNvSpPr/>
          <p:nvPr/>
        </p:nvSpPr>
        <p:spPr>
          <a:xfrm>
            <a:off x="7726680" y="283464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 mercados altamente correlacionados (cripto), o ganho por diversificação é menor do que em portfólios tradicionais.</a:t>
            </a:r>
            <a:endParaRPr lang="en-US" sz="1100"/>
          </a:p>
        </p:txBody>
      </p:sp>
      <p:sp>
        <p:nvSpPr>
          <p:cNvPr id="23" name="Shape 19"/>
          <p:cNvSpPr/>
          <p:nvPr/>
        </p:nvSpPr>
        <p:spPr>
          <a:xfrm>
            <a:off x="640080" y="4206240"/>
            <a:ext cx="5257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0080" y="4206240"/>
            <a:ext cx="164592" cy="2240280"/>
          </a:xfrm>
          <a:prstGeom prst="rect">
            <a:avLst/>
          </a:prstGeom>
          <a:solidFill>
            <a:srgbClr val="C8156D"/>
          </a:solidFill>
          <a:ln/>
        </p:spPr>
      </p:sp>
      <p:sp>
        <p:nvSpPr>
          <p:cNvPr id="25" name="Shape 21"/>
          <p:cNvSpPr/>
          <p:nvPr/>
        </p:nvSpPr>
        <p:spPr>
          <a:xfrm>
            <a:off x="1097280" y="4572000"/>
            <a:ext cx="777240" cy="777240"/>
          </a:xfrm>
          <a:prstGeom prst="ellipse">
            <a:avLst/>
          </a:prstGeom>
          <a:solidFill>
            <a:srgbClr val="C8156D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70916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103120" y="45720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+ ML = decisão acelerada</a:t>
            </a:r>
            <a:endParaRPr lang="en-US" sz="1600"/>
          </a:p>
        </p:txBody>
      </p:sp>
      <p:sp>
        <p:nvSpPr>
          <p:cNvPr id="28" name="Text 23"/>
          <p:cNvSpPr/>
          <p:nvPr/>
        </p:nvSpPr>
        <p:spPr>
          <a:xfrm>
            <a:off x="2103120" y="534924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 views analíticas respondem em segundos perguntas que tomariam horas de processamento sobre os CSVs brutos.</a:t>
            </a:r>
            <a:endParaRPr lang="en-US" sz="1100"/>
          </a:p>
        </p:txBody>
      </p:sp>
      <p:sp>
        <p:nvSpPr>
          <p:cNvPr id="29" name="Shape 24"/>
          <p:cNvSpPr/>
          <p:nvPr/>
        </p:nvSpPr>
        <p:spPr>
          <a:xfrm>
            <a:off x="6263640" y="4206240"/>
            <a:ext cx="5257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63640" y="4206240"/>
            <a:ext cx="164592" cy="2240280"/>
          </a:xfrm>
          <a:prstGeom prst="rect">
            <a:avLst/>
          </a:prstGeom>
          <a:solidFill>
            <a:srgbClr val="7C2FC1"/>
          </a:solidFill>
          <a:ln/>
        </p:spPr>
      </p:sp>
      <p:sp>
        <p:nvSpPr>
          <p:cNvPr id="31" name="Shape 26"/>
          <p:cNvSpPr/>
          <p:nvPr/>
        </p:nvSpPr>
        <p:spPr>
          <a:xfrm>
            <a:off x="6720840" y="4572000"/>
            <a:ext cx="777240" cy="777240"/>
          </a:xfrm>
          <a:prstGeom prst="ellipse">
            <a:avLst/>
          </a:prstGeom>
          <a:solidFill>
            <a:srgbClr val="7C2FC1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70916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726680" y="45720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análise enriquecida com IA</a:t>
            </a:r>
            <a:endParaRPr lang="en-US" sz="1600"/>
          </a:p>
        </p:txBody>
      </p:sp>
      <p:sp>
        <p:nvSpPr>
          <p:cNvPr id="34" name="Text 28"/>
          <p:cNvSpPr/>
          <p:nvPr/>
        </p:nvSpPr>
        <p:spPr>
          <a:xfrm>
            <a:off x="7726680" y="534924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2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Usar os modelos treinados para gerar recomendações de carteira ótima e projeções de cenário 'what-if'.</a:t>
            </a:r>
            <a:endParaRPr lang="en-US" sz="1100"/>
          </a:p>
        </p:txBody>
      </p:sp>
      <p:sp>
        <p:nvSpPr>
          <p:cNvPr id="35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F5F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CryptoPortfolio Analytics  ·  CEUB 2026/1</a:t>
            </a:r>
            <a:endParaRPr lang="en-US" sz="100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4D3A8406-7263-4004-A631-0346D62FC922}"/>
              </a:ext>
            </a:extLst>
          </p:cNvPr>
          <p:cNvSpPr/>
          <p:nvPr/>
        </p:nvSpPr>
        <p:spPr>
          <a:xfrm>
            <a:off x="-3474720" y="-4343400"/>
            <a:ext cx="4572000" cy="4572000"/>
          </a:xfrm>
          <a:prstGeom prst="ellipse">
            <a:avLst/>
          </a:prstGeom>
          <a:solidFill>
            <a:srgbClr val="FBC012">
              <a:alpha val="5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E2D8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51960"/>
            <a:ext cx="12161520" cy="2606040"/>
          </a:xfrm>
          <a:prstGeom prst="rect">
            <a:avLst/>
          </a:prstGeom>
          <a:solidFill>
            <a:srgbClr val="C8156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569563" y="-1642148"/>
            <a:ext cx="4572000" cy="4572000"/>
          </a:xfrm>
          <a:prstGeom prst="ellipse">
            <a:avLst/>
          </a:prstGeom>
          <a:solidFill>
            <a:srgbClr val="FBC01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100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3657600" cy="0"/>
          </a:xfrm>
          <a:prstGeom prst="line">
            <a:avLst/>
          </a:prstGeom>
          <a:noFill/>
          <a:ln w="38100">
            <a:solidFill>
              <a:srgbClr val="FBC0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006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Erick Cardoso Mendes</a:t>
            </a:r>
            <a:endParaRPr lang="en-US" sz="1600"/>
          </a:p>
          <a:p>
            <a:pPr marL="0" indent="0">
              <a:buNone/>
            </a:pPr>
            <a:r>
              <a:rPr lang="en-US" sz="1300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erick.cmendes@sempreceub.com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Sophia Silva Melo</a:t>
            </a:r>
            <a:endParaRPr lang="en-US" sz="1600"/>
          </a:p>
          <a:p>
            <a:pPr marL="0" indent="0">
              <a:buNone/>
            </a:pPr>
            <a:r>
              <a:rPr lang="en-US" sz="1300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sophia.silva@sempreceub.com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7132320" y="4983480"/>
            <a:ext cx="4389120" cy="1280160"/>
          </a:xfrm>
          <a:prstGeom prst="rect">
            <a:avLst/>
          </a:prstGeom>
          <a:solidFill>
            <a:srgbClr val="002060">
              <a:alpha val="60000"/>
            </a:srgbClr>
          </a:solidFill>
          <a:ln w="25400">
            <a:solidFill>
              <a:srgbClr val="FBC0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5074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github.com/erickcmendes/CEUB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7223760" y="5532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Repositório </a:t>
            </a:r>
            <a:r>
              <a:rPr lang="en-US" sz="1200" i="1" err="1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completo</a:t>
            </a:r>
            <a:r>
              <a:rPr lang="en-US" sz="1200" i="1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</a:t>
            </a:r>
            <a:r>
              <a:rPr lang="en-US" sz="1200" i="1" err="1">
                <a:solidFill>
                  <a:srgbClr val="B68F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projetos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223760" y="5852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>
                <a:solidFill>
                  <a:srgbClr val="FBC01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CEUB · Desenvolvimento para Ciência de Dados II · 2026/1</a:t>
            </a:r>
            <a:endParaRPr lang="en-US" sz="100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F8813E8-A4A6-4B4E-8F47-DB7BE63AE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1" y="594360"/>
            <a:ext cx="3392840" cy="3392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4898A3F7374A8268D8C34BD7A2B7" ma:contentTypeVersion="5" ma:contentTypeDescription="Create a new document." ma:contentTypeScope="" ma:versionID="86933c5afae81aa5607e8a3f03d2891f">
  <xsd:schema xmlns:xsd="http://www.w3.org/2001/XMLSchema" xmlns:xs="http://www.w3.org/2001/XMLSchema" xmlns:p="http://schemas.microsoft.com/office/2006/metadata/properties" xmlns:ns3="7e4f8aa5-092f-431d-8b59-55b809257cae" targetNamespace="http://schemas.microsoft.com/office/2006/metadata/properties" ma:root="true" ma:fieldsID="f0e2e02e881f912d1d68c517d3cff412" ns3:_="">
    <xsd:import namespace="7e4f8aa5-092f-431d-8b59-55b809257c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f8aa5-092f-431d-8b59-55b809257c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4f8aa5-092f-431d-8b59-55b809257ca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403572-B876-4238-B511-E4F26926C86B}">
  <ds:schemaRefs>
    <ds:schemaRef ds:uri="7e4f8aa5-092f-431d-8b59-55b809257c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C775329-E954-4B70-809B-363B0D918632}">
  <ds:schemaRefs>
    <ds:schemaRef ds:uri="7e4f8aa5-092f-431d-8b59-55b809257ca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5B3706E-830E-4D7B-B4EA-F20F4BB715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CryptoPortfolio Analytics — CEUB</dc:title>
  <dc:subject>PptxGenJS Presentation</dc:subject>
  <dc:creator>Erick Cardoso Mendes &amp; Sophia Silva Melo</dc:creator>
  <cp:revision>1</cp:revision>
  <dcterms:created xsi:type="dcterms:W3CDTF">2026-05-09T13:34:51Z</dcterms:created>
  <dcterms:modified xsi:type="dcterms:W3CDTF">2026-06-11T11:33:30Z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0x010100FAC14898A3F7374A8268D8C34BD7A2B7</vt:lpwstr>
  </property>
</Properties>
</file>